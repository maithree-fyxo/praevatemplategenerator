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4"/>
    <p:sldMasterId id="2147483726" r:id="rId5"/>
    <p:sldMasterId id="2147483761" r:id="rId6"/>
  </p:sldMasterIdLst>
  <p:notesMasterIdLst>
    <p:notesMasterId r:id="rId21"/>
  </p:notesMasterIdLst>
  <p:sldIdLst>
    <p:sldId id="334" r:id="rId7"/>
    <p:sldId id="256" r:id="rId8"/>
    <p:sldId id="311" r:id="rId9"/>
    <p:sldId id="262" r:id="rId10"/>
    <p:sldId id="362" r:id="rId11"/>
    <p:sldId id="360" r:id="rId12"/>
    <p:sldId id="361" r:id="rId13"/>
    <p:sldId id="365" r:id="rId14"/>
    <p:sldId id="350" r:id="rId15"/>
    <p:sldId id="370" r:id="rId16"/>
    <p:sldId id="366" r:id="rId17"/>
    <p:sldId id="368" r:id="rId18"/>
    <p:sldId id="367" r:id="rId19"/>
    <p:sldId id="359" r:id="rId20"/>
  </p:sldIdLst>
  <p:sldSz cx="9902825" cy="6858000"/>
  <p:notesSz cx="6858000" cy="9902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AF3"/>
    <a:srgbClr val="FFD2E5"/>
    <a:srgbClr val="FFFFFF"/>
    <a:srgbClr val="FBF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5EBB4-6388-4421-9238-9A00F2A18F41}" v="519" dt="2026-08-12T14:54:51.571"/>
    <p1510:client id="{B17CBBD6-9CF1-47A9-8E31-D5C0D4D1F593}" v="2157" dt="2026-08-12T15:04:52.490"/>
    <p1510:client id="{DFA71BBE-CE70-A941-A194-5FA3C08C0812}" v="1" dt="2026-08-13T05:28:5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4"/>
    <p:restoredTop sz="94652"/>
  </p:normalViewPr>
  <p:slideViewPr>
    <p:cSldViewPr snapToGrid="0">
      <p:cViewPr varScale="1">
        <p:scale>
          <a:sx n="100" d="100"/>
          <a:sy n="100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ia Maggs-Rapport" userId="e2128f4a-c508-4ff2-8692-40079ac0c039" providerId="ADAL" clId="{4944840C-7F19-450F-87D9-010C135AB6A5}"/>
    <pc:docChg chg="undo custSel addSld delSld modSld sldOrd modMainMaster">
      <pc:chgData name="Talia Maggs-Rapport" userId="e2128f4a-c508-4ff2-8692-40079ac0c039" providerId="ADAL" clId="{4944840C-7F19-450F-87D9-010C135AB6A5}" dt="2026-08-12T15:04:52.490" v="5247" actId="20577"/>
      <pc:docMkLst>
        <pc:docMk/>
      </pc:docMkLst>
      <pc:sldChg chg="addSp delSp modSp add mod">
        <pc:chgData name="Talia Maggs-Rapport" userId="e2128f4a-c508-4ff2-8692-40079ac0c039" providerId="ADAL" clId="{4944840C-7F19-450F-87D9-010C135AB6A5}" dt="2026-08-12T14:19:48.966" v="5232" actId="1038"/>
        <pc:sldMkLst>
          <pc:docMk/>
          <pc:sldMk cId="0" sldId="256"/>
        </pc:sldMkLst>
        <pc:spChg chg="mod">
          <ac:chgData name="Talia Maggs-Rapport" userId="e2128f4a-c508-4ff2-8692-40079ac0c039" providerId="ADAL" clId="{4944840C-7F19-450F-87D9-010C135AB6A5}" dt="2026-08-12T13:51:16.709" v="5212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13:51:19.084" v="5216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09:50:17.410" v="4940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14:19:24.296" v="5227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09:23:35.444" v="3705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09:41:24.249" v="4448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09:27:30.449" v="3739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14:19:36.007" v="5228" actId="113"/>
          <ac:spMkLst>
            <pc:docMk/>
            <pc:sldMk cId="0" sldId="256"/>
            <ac:spMk id="16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09:18:49.384" v="3555" actId="1410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09:19:25.685" v="3562" actId="14100"/>
          <ac:spMkLst>
            <pc:docMk/>
            <pc:sldMk cId="0" sldId="256"/>
            <ac:spMk id="19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14:19:45.336" v="5230" actId="103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09:19:04.808" v="3558" actId="14100"/>
          <ac:spMkLst>
            <pc:docMk/>
            <pc:sldMk cId="0" sldId="256"/>
            <ac:spMk id="23" creationId="{00000000-0000-0000-0000-000000000000}"/>
          </ac:spMkLst>
        </pc:spChg>
        <pc:spChg chg="del mod">
          <ac:chgData name="Talia Maggs-Rapport" userId="e2128f4a-c508-4ff2-8692-40079ac0c039" providerId="ADAL" clId="{4944840C-7F19-450F-87D9-010C135AB6A5}" dt="2026-08-12T09:19:27.951" v="3563" actId="478"/>
          <ac:spMkLst>
            <pc:docMk/>
            <pc:sldMk cId="0" sldId="256"/>
            <ac:spMk id="24" creationId="{00000000-0000-0000-0000-000000000000}"/>
          </ac:spMkLst>
        </pc:spChg>
        <pc:spChg chg="mod">
          <ac:chgData name="Talia Maggs-Rapport" userId="e2128f4a-c508-4ff2-8692-40079ac0c039" providerId="ADAL" clId="{4944840C-7F19-450F-87D9-010C135AB6A5}" dt="2026-08-12T14:19:48.966" v="5232" actId="1038"/>
          <ac:spMkLst>
            <pc:docMk/>
            <pc:sldMk cId="0" sldId="256"/>
            <ac:spMk id="25" creationId="{00000000-0000-0000-0000-000000000000}"/>
          </ac:spMkLst>
        </pc:spChg>
        <pc:spChg chg="add mod">
          <ac:chgData name="Talia Maggs-Rapport" userId="e2128f4a-c508-4ff2-8692-40079ac0c039" providerId="ADAL" clId="{4944840C-7F19-450F-87D9-010C135AB6A5}" dt="2026-08-12T09:19:43.178" v="3567" actId="207"/>
          <ac:spMkLst>
            <pc:docMk/>
            <pc:sldMk cId="0" sldId="256"/>
            <ac:spMk id="26" creationId="{FE541F55-1C14-DA97-A8E4-4C497A54ADDE}"/>
          </ac:spMkLst>
        </pc:spChg>
      </pc:sldChg>
      <pc:sldChg chg="modSp mod">
        <pc:chgData name="Talia Maggs-Rapport" userId="e2128f4a-c508-4ff2-8692-40079ac0c039" providerId="ADAL" clId="{4944840C-7F19-450F-87D9-010C135AB6A5}" dt="2026-08-12T14:00:21.845" v="5224" actId="20577"/>
        <pc:sldMkLst>
          <pc:docMk/>
          <pc:sldMk cId="2482362006" sldId="334"/>
        </pc:sldMkLst>
        <pc:spChg chg="mod">
          <ac:chgData name="Talia Maggs-Rapport" userId="e2128f4a-c508-4ff2-8692-40079ac0c039" providerId="ADAL" clId="{4944840C-7F19-450F-87D9-010C135AB6A5}" dt="2026-08-12T14:00:21.845" v="5224" actId="20577"/>
          <ac:spMkLst>
            <pc:docMk/>
            <pc:sldMk cId="2482362006" sldId="334"/>
            <ac:spMk id="3" creationId="{59E3E0BF-9345-F378-7317-36C958DFBD38}"/>
          </ac:spMkLst>
        </pc:spChg>
        <pc:spChg chg="mod">
          <ac:chgData name="Talia Maggs-Rapport" userId="e2128f4a-c508-4ff2-8692-40079ac0c039" providerId="ADAL" clId="{4944840C-7F19-450F-87D9-010C135AB6A5}" dt="2026-08-12T09:05:24.710" v="2554" actId="20577"/>
          <ac:spMkLst>
            <pc:docMk/>
            <pc:sldMk cId="2482362006" sldId="334"/>
            <ac:spMk id="5" creationId="{8AC52FE7-C926-7BA2-1758-6C76373487D0}"/>
          </ac:spMkLst>
        </pc:spChg>
        <pc:spChg chg="mod">
          <ac:chgData name="Talia Maggs-Rapport" userId="e2128f4a-c508-4ff2-8692-40079ac0c039" providerId="ADAL" clId="{4944840C-7F19-450F-87D9-010C135AB6A5}" dt="2026-08-12T09:10:23.883" v="2563" actId="20577"/>
          <ac:spMkLst>
            <pc:docMk/>
            <pc:sldMk cId="2482362006" sldId="334"/>
            <ac:spMk id="8" creationId="{C2CAC1DC-C801-5DEE-4169-B2EB915CD8BE}"/>
          </ac:spMkLst>
        </pc:spChg>
      </pc:sldChg>
      <pc:sldChg chg="addSp delSp modSp mod">
        <pc:chgData name="Talia Maggs-Rapport" userId="e2128f4a-c508-4ff2-8692-40079ac0c039" providerId="ADAL" clId="{4944840C-7F19-450F-87D9-010C135AB6A5}" dt="2026-08-12T13:54:20.322" v="5222" actId="115"/>
        <pc:sldMkLst>
          <pc:docMk/>
          <pc:sldMk cId="3781822973" sldId="350"/>
        </pc:sldMkLst>
        <pc:spChg chg="mod">
          <ac:chgData name="Talia Maggs-Rapport" userId="e2128f4a-c508-4ff2-8692-40079ac0c039" providerId="ADAL" clId="{4944840C-7F19-450F-87D9-010C135AB6A5}" dt="2026-08-12T12:19:32.703" v="5170" actId="20577"/>
          <ac:spMkLst>
            <pc:docMk/>
            <pc:sldMk cId="3781822973" sldId="350"/>
            <ac:spMk id="3" creationId="{A57EE364-95A7-04B3-9C8A-65D67D1A2A98}"/>
          </ac:spMkLst>
        </pc:spChg>
        <pc:spChg chg="add del mod">
          <ac:chgData name="Talia Maggs-Rapport" userId="e2128f4a-c508-4ff2-8692-40079ac0c039" providerId="ADAL" clId="{4944840C-7F19-450F-87D9-010C135AB6A5}" dt="2026-08-12T09:32:20.499" v="3863" actId="478"/>
          <ac:spMkLst>
            <pc:docMk/>
            <pc:sldMk cId="3781822973" sldId="350"/>
            <ac:spMk id="7" creationId="{26F27547-86DD-C77E-B792-4D6863969DFC}"/>
          </ac:spMkLst>
        </pc:spChg>
        <pc:graphicFrameChg chg="mod modGraphic">
          <ac:chgData name="Talia Maggs-Rapport" userId="e2128f4a-c508-4ff2-8692-40079ac0c039" providerId="ADAL" clId="{4944840C-7F19-450F-87D9-010C135AB6A5}" dt="2026-08-12T13:54:20.322" v="5222" actId="115"/>
          <ac:graphicFrameMkLst>
            <pc:docMk/>
            <pc:sldMk cId="3781822973" sldId="350"/>
            <ac:graphicFrameMk id="2" creationId="{92760A38-7B54-5547-8004-34ED962010D2}"/>
          </ac:graphicFrameMkLst>
        </pc:graphicFrameChg>
        <pc:graphicFrameChg chg="add del mod modGraphic">
          <ac:chgData name="Talia Maggs-Rapport" userId="e2128f4a-c508-4ff2-8692-40079ac0c039" providerId="ADAL" clId="{4944840C-7F19-450F-87D9-010C135AB6A5}" dt="2026-08-12T09:32:31.083" v="3865" actId="478"/>
          <ac:graphicFrameMkLst>
            <pc:docMk/>
            <pc:sldMk cId="3781822973" sldId="350"/>
            <ac:graphicFrameMk id="5" creationId="{CDCAC8FA-BE88-DBC6-2C3F-D794D1C824A5}"/>
          </ac:graphicFrameMkLst>
        </pc:graphicFrameChg>
      </pc:sldChg>
      <pc:sldChg chg="addSp delSp modSp mod">
        <pc:chgData name="Talia Maggs-Rapport" userId="e2128f4a-c508-4ff2-8692-40079ac0c039" providerId="ADAL" clId="{4944840C-7F19-450F-87D9-010C135AB6A5}" dt="2026-08-12T15:04:45.252" v="5243" actId="20577"/>
        <pc:sldMkLst>
          <pc:docMk/>
          <pc:sldMk cId="2524055638" sldId="360"/>
        </pc:sldMkLst>
        <pc:spChg chg="del mod">
          <ac:chgData name="Talia Maggs-Rapport" userId="e2128f4a-c508-4ff2-8692-40079ac0c039" providerId="ADAL" clId="{4944840C-7F19-450F-87D9-010C135AB6A5}" dt="2026-08-12T09:29:12.510" v="3816" actId="478"/>
          <ac:spMkLst>
            <pc:docMk/>
            <pc:sldMk cId="2524055638" sldId="360"/>
            <ac:spMk id="2" creationId="{BC689A1E-921E-8E3B-1486-8E538392BE97}"/>
          </ac:spMkLst>
        </pc:spChg>
        <pc:spChg chg="del mod">
          <ac:chgData name="Talia Maggs-Rapport" userId="e2128f4a-c508-4ff2-8692-40079ac0c039" providerId="ADAL" clId="{4944840C-7F19-450F-87D9-010C135AB6A5}" dt="2026-08-12T09:29:12.510" v="3816" actId="478"/>
          <ac:spMkLst>
            <pc:docMk/>
            <pc:sldMk cId="2524055638" sldId="360"/>
            <ac:spMk id="3" creationId="{F85973B5-14FE-E632-6B38-74A875941D20}"/>
          </ac:spMkLst>
        </pc:spChg>
        <pc:spChg chg="del">
          <ac:chgData name="Talia Maggs-Rapport" userId="e2128f4a-c508-4ff2-8692-40079ac0c039" providerId="ADAL" clId="{4944840C-7F19-450F-87D9-010C135AB6A5}" dt="2026-08-12T09:29:12.510" v="3816" actId="478"/>
          <ac:spMkLst>
            <pc:docMk/>
            <pc:sldMk cId="2524055638" sldId="360"/>
            <ac:spMk id="4" creationId="{EECB9D59-B021-C090-7E93-2D3F4F57D6EE}"/>
          </ac:spMkLst>
        </pc:spChg>
        <pc:spChg chg="del mod">
          <ac:chgData name="Talia Maggs-Rapport" userId="e2128f4a-c508-4ff2-8692-40079ac0c039" providerId="ADAL" clId="{4944840C-7F19-450F-87D9-010C135AB6A5}" dt="2026-08-12T09:29:12.510" v="3816" actId="478"/>
          <ac:spMkLst>
            <pc:docMk/>
            <pc:sldMk cId="2524055638" sldId="360"/>
            <ac:spMk id="5" creationId="{2AF33E7D-2B0B-BAFD-3A18-7D0FB1117342}"/>
          </ac:spMkLst>
        </pc:spChg>
        <pc:spChg chg="mod">
          <ac:chgData name="Talia Maggs-Rapport" userId="e2128f4a-c508-4ff2-8692-40079ac0c039" providerId="ADAL" clId="{4944840C-7F19-450F-87D9-010C135AB6A5}" dt="2026-08-06T10:21:19.743" v="1185" actId="113"/>
          <ac:spMkLst>
            <pc:docMk/>
            <pc:sldMk cId="2524055638" sldId="360"/>
            <ac:spMk id="10" creationId="{B8E25F67-CF0E-0C3E-5229-A1DF26AB0CC9}"/>
          </ac:spMkLst>
        </pc:spChg>
        <pc:spChg chg="mod">
          <ac:chgData name="Talia Maggs-Rapport" userId="e2128f4a-c508-4ff2-8692-40079ac0c039" providerId="ADAL" clId="{4944840C-7F19-450F-87D9-010C135AB6A5}" dt="2026-08-12T09:29:15.290" v="3818" actId="1076"/>
          <ac:spMkLst>
            <pc:docMk/>
            <pc:sldMk cId="2524055638" sldId="360"/>
            <ac:spMk id="12" creationId="{F31E63BD-1683-CA50-8E9D-AF922857E504}"/>
          </ac:spMkLst>
        </pc:spChg>
        <pc:spChg chg="del mod">
          <ac:chgData name="Talia Maggs-Rapport" userId="e2128f4a-c508-4ff2-8692-40079ac0c039" providerId="ADAL" clId="{4944840C-7F19-450F-87D9-010C135AB6A5}" dt="2026-08-12T09:29:12.510" v="3816" actId="478"/>
          <ac:spMkLst>
            <pc:docMk/>
            <pc:sldMk cId="2524055638" sldId="360"/>
            <ac:spMk id="13" creationId="{06938A8E-6217-83D1-C352-27BC27E662A6}"/>
          </ac:spMkLst>
        </pc:spChg>
        <pc:spChg chg="add del mod">
          <ac:chgData name="Talia Maggs-Rapport" userId="e2128f4a-c508-4ff2-8692-40079ac0c039" providerId="ADAL" clId="{4944840C-7F19-450F-87D9-010C135AB6A5}" dt="2026-08-12T09:29:18.312" v="3819" actId="478"/>
          <ac:spMkLst>
            <pc:docMk/>
            <pc:sldMk cId="2524055638" sldId="360"/>
            <ac:spMk id="15" creationId="{04D13D5A-497B-683D-9372-6EE7DF12508E}"/>
          </ac:spMkLst>
        </pc:spChg>
        <pc:spChg chg="add del mod">
          <ac:chgData name="Talia Maggs-Rapport" userId="e2128f4a-c508-4ff2-8692-40079ac0c039" providerId="ADAL" clId="{4944840C-7F19-450F-87D9-010C135AB6A5}" dt="2026-08-12T09:29:18.312" v="3819" actId="478"/>
          <ac:spMkLst>
            <pc:docMk/>
            <pc:sldMk cId="2524055638" sldId="360"/>
            <ac:spMk id="17" creationId="{FC48BE0A-FF51-5F92-2A90-5199A1501248}"/>
          </ac:spMkLst>
        </pc:spChg>
        <pc:spChg chg="add del mod">
          <ac:chgData name="Talia Maggs-Rapport" userId="e2128f4a-c508-4ff2-8692-40079ac0c039" providerId="ADAL" clId="{4944840C-7F19-450F-87D9-010C135AB6A5}" dt="2026-08-12T09:29:18.312" v="3819" actId="478"/>
          <ac:spMkLst>
            <pc:docMk/>
            <pc:sldMk cId="2524055638" sldId="360"/>
            <ac:spMk id="20" creationId="{D0912DCC-8CC2-7716-3F08-60C5EFAC11D8}"/>
          </ac:spMkLst>
        </pc:spChg>
        <pc:spChg chg="add del mod">
          <ac:chgData name="Talia Maggs-Rapport" userId="e2128f4a-c508-4ff2-8692-40079ac0c039" providerId="ADAL" clId="{4944840C-7F19-450F-87D9-010C135AB6A5}" dt="2026-08-12T09:29:18.312" v="3819" actId="478"/>
          <ac:spMkLst>
            <pc:docMk/>
            <pc:sldMk cId="2524055638" sldId="360"/>
            <ac:spMk id="22" creationId="{496352DB-9032-1D3A-DF32-C1EC2F92EF1F}"/>
          </ac:spMkLst>
        </pc:spChg>
        <pc:spChg chg="add del mod">
          <ac:chgData name="Talia Maggs-Rapport" userId="e2128f4a-c508-4ff2-8692-40079ac0c039" providerId="ADAL" clId="{4944840C-7F19-450F-87D9-010C135AB6A5}" dt="2026-08-12T09:29:18.312" v="3819" actId="478"/>
          <ac:spMkLst>
            <pc:docMk/>
            <pc:sldMk cId="2524055638" sldId="360"/>
            <ac:spMk id="24" creationId="{BD53E17E-C4CA-43D9-790E-A49E46EC9D78}"/>
          </ac:spMkLst>
        </pc:spChg>
        <pc:spChg chg="add">
          <ac:chgData name="Talia Maggs-Rapport" userId="e2128f4a-c508-4ff2-8692-40079ac0c039" providerId="ADAL" clId="{4944840C-7F19-450F-87D9-010C135AB6A5}" dt="2026-08-12T09:29:18.647" v="3820" actId="22"/>
          <ac:spMkLst>
            <pc:docMk/>
            <pc:sldMk cId="2524055638" sldId="360"/>
            <ac:spMk id="26" creationId="{32B5C149-A785-C31C-62EE-D74314A2F02C}"/>
          </ac:spMkLst>
        </pc:spChg>
        <pc:spChg chg="add">
          <ac:chgData name="Talia Maggs-Rapport" userId="e2128f4a-c508-4ff2-8692-40079ac0c039" providerId="ADAL" clId="{4944840C-7F19-450F-87D9-010C135AB6A5}" dt="2026-08-12T09:29:18.647" v="3820" actId="22"/>
          <ac:spMkLst>
            <pc:docMk/>
            <pc:sldMk cId="2524055638" sldId="360"/>
            <ac:spMk id="28" creationId="{E13EC8C1-50DD-9F85-4A18-9C526A231B84}"/>
          </ac:spMkLst>
        </pc:spChg>
        <pc:spChg chg="add">
          <ac:chgData name="Talia Maggs-Rapport" userId="e2128f4a-c508-4ff2-8692-40079ac0c039" providerId="ADAL" clId="{4944840C-7F19-450F-87D9-010C135AB6A5}" dt="2026-08-12T09:29:18.647" v="3820" actId="22"/>
          <ac:spMkLst>
            <pc:docMk/>
            <pc:sldMk cId="2524055638" sldId="360"/>
            <ac:spMk id="30" creationId="{C54D8AA8-A608-E925-0252-028CB3D7F28B}"/>
          </ac:spMkLst>
        </pc:spChg>
        <pc:spChg chg="add mod">
          <ac:chgData name="Talia Maggs-Rapport" userId="e2128f4a-c508-4ff2-8692-40079ac0c039" providerId="ADAL" clId="{4944840C-7F19-450F-87D9-010C135AB6A5}" dt="2026-08-12T15:04:45.252" v="5243" actId="20577"/>
          <ac:spMkLst>
            <pc:docMk/>
            <pc:sldMk cId="2524055638" sldId="360"/>
            <ac:spMk id="32" creationId="{C550560C-3DBE-F192-B7F4-3D06AF8A2585}"/>
          </ac:spMkLst>
        </pc:spChg>
        <pc:spChg chg="add mod">
          <ac:chgData name="Talia Maggs-Rapport" userId="e2128f4a-c508-4ff2-8692-40079ac0c039" providerId="ADAL" clId="{4944840C-7F19-450F-87D9-010C135AB6A5}" dt="2026-08-12T14:44:02.110" v="5235" actId="13926"/>
          <ac:spMkLst>
            <pc:docMk/>
            <pc:sldMk cId="2524055638" sldId="360"/>
            <ac:spMk id="36" creationId="{D3A63D3D-B17C-BBA5-DB0D-918ADB0FAAFB}"/>
          </ac:spMkLst>
        </pc:spChg>
        <pc:graphicFrameChg chg="mod modGraphic">
          <ac:chgData name="Talia Maggs-Rapport" userId="e2128f4a-c508-4ff2-8692-40079ac0c039" providerId="ADAL" clId="{4944840C-7F19-450F-87D9-010C135AB6A5}" dt="2026-08-06T14:21:53.061" v="1641" actId="14100"/>
          <ac:graphicFrameMkLst>
            <pc:docMk/>
            <pc:sldMk cId="2524055638" sldId="360"/>
            <ac:graphicFrameMk id="14" creationId="{CCDD3EDF-84BF-740E-AF7C-66664147752C}"/>
          </ac:graphicFrameMkLst>
        </pc:graphicFrameChg>
        <pc:graphicFrameChg chg="add">
          <ac:chgData name="Talia Maggs-Rapport" userId="e2128f4a-c508-4ff2-8692-40079ac0c039" providerId="ADAL" clId="{4944840C-7F19-450F-87D9-010C135AB6A5}" dt="2026-08-12T09:29:18.647" v="3820" actId="22"/>
          <ac:graphicFrameMkLst>
            <pc:docMk/>
            <pc:sldMk cId="2524055638" sldId="360"/>
            <ac:graphicFrameMk id="34" creationId="{CE5A8088-D5C0-B0AE-074A-37E92F178F24}"/>
          </ac:graphicFrameMkLst>
        </pc:graphicFrameChg>
      </pc:sldChg>
      <pc:sldChg chg="addSp delSp modSp mod">
        <pc:chgData name="Talia Maggs-Rapport" userId="e2128f4a-c508-4ff2-8692-40079ac0c039" providerId="ADAL" clId="{4944840C-7F19-450F-87D9-010C135AB6A5}" dt="2026-08-12T15:04:52.490" v="5247" actId="20577"/>
        <pc:sldMkLst>
          <pc:docMk/>
          <pc:sldMk cId="2009665640" sldId="361"/>
        </pc:sldMkLst>
        <pc:spChg chg="mod">
          <ac:chgData name="Talia Maggs-Rapport" userId="e2128f4a-c508-4ff2-8692-40079ac0c039" providerId="ADAL" clId="{4944840C-7F19-450F-87D9-010C135AB6A5}" dt="2026-08-12T12:24:58.376" v="5173" actId="13926"/>
          <ac:spMkLst>
            <pc:docMk/>
            <pc:sldMk cId="2009665640" sldId="361"/>
            <ac:spMk id="4" creationId="{AFC453EE-7A1B-C104-71EF-F46A124AFC4A}"/>
          </ac:spMkLst>
        </pc:spChg>
        <pc:spChg chg="mod">
          <ac:chgData name="Talia Maggs-Rapport" userId="e2128f4a-c508-4ff2-8692-40079ac0c039" providerId="ADAL" clId="{4944840C-7F19-450F-87D9-010C135AB6A5}" dt="2026-08-12T11:44:36.933" v="5044" actId="13926"/>
          <ac:spMkLst>
            <pc:docMk/>
            <pc:sldMk cId="2009665640" sldId="361"/>
            <ac:spMk id="6" creationId="{0FDBFF03-A019-D72A-4B12-2EE8C1A24589}"/>
          </ac:spMkLst>
        </pc:spChg>
        <pc:spChg chg="mod">
          <ac:chgData name="Talia Maggs-Rapport" userId="e2128f4a-c508-4ff2-8692-40079ac0c039" providerId="ADAL" clId="{4944840C-7F19-450F-87D9-010C135AB6A5}" dt="2026-08-12T12:24:58.376" v="5173" actId="13926"/>
          <ac:spMkLst>
            <pc:docMk/>
            <pc:sldMk cId="2009665640" sldId="361"/>
            <ac:spMk id="8" creationId="{44C1E57B-73D1-BC8F-9F3E-31DC1BD1D2F4}"/>
          </ac:spMkLst>
        </pc:spChg>
        <pc:spChg chg="mod">
          <ac:chgData name="Talia Maggs-Rapport" userId="e2128f4a-c508-4ff2-8692-40079ac0c039" providerId="ADAL" clId="{4944840C-7F19-450F-87D9-010C135AB6A5}" dt="2026-08-12T15:04:52.490" v="5247" actId="20577"/>
          <ac:spMkLst>
            <pc:docMk/>
            <pc:sldMk cId="2009665640" sldId="361"/>
            <ac:spMk id="10" creationId="{8BBE5BF2-7ACB-5BC6-EAF6-AFC66696D781}"/>
          </ac:spMkLst>
        </pc:spChg>
        <pc:spChg chg="add mod">
          <ac:chgData name="Talia Maggs-Rapport" userId="e2128f4a-c508-4ff2-8692-40079ac0c039" providerId="ADAL" clId="{4944840C-7F19-450F-87D9-010C135AB6A5}" dt="2026-08-06T08:36:20.811" v="800"/>
          <ac:spMkLst>
            <pc:docMk/>
            <pc:sldMk cId="2009665640" sldId="361"/>
            <ac:spMk id="16" creationId="{407CCF41-0FFC-7B9E-AA7B-B502C8638FDE}"/>
          </ac:spMkLst>
        </pc:spChg>
        <pc:spChg chg="add mod">
          <ac:chgData name="Talia Maggs-Rapport" userId="e2128f4a-c508-4ff2-8692-40079ac0c039" providerId="ADAL" clId="{4944840C-7F19-450F-87D9-010C135AB6A5}" dt="2026-08-06T13:42:47.328" v="1290" actId="20577"/>
          <ac:spMkLst>
            <pc:docMk/>
            <pc:sldMk cId="2009665640" sldId="361"/>
            <ac:spMk id="22" creationId="{FDBB3031-DEBA-A347-A6CA-14BDBED3EC7C}"/>
          </ac:spMkLst>
        </pc:spChg>
        <pc:spChg chg="add mod">
          <ac:chgData name="Talia Maggs-Rapport" userId="e2128f4a-c508-4ff2-8692-40079ac0c039" providerId="ADAL" clId="{4944840C-7F19-450F-87D9-010C135AB6A5}" dt="2026-08-12T11:44:03.909" v="5037" actId="13926"/>
          <ac:spMkLst>
            <pc:docMk/>
            <pc:sldMk cId="2009665640" sldId="361"/>
            <ac:spMk id="33" creationId="{E281D1AF-ADB2-7C13-FC79-698F3F36050F}"/>
          </ac:spMkLst>
        </pc:spChg>
        <pc:spChg chg="add mod">
          <ac:chgData name="Talia Maggs-Rapport" userId="e2128f4a-c508-4ff2-8692-40079ac0c039" providerId="ADAL" clId="{4944840C-7F19-450F-87D9-010C135AB6A5}" dt="2026-08-12T11:44:03.909" v="5037" actId="13926"/>
          <ac:spMkLst>
            <pc:docMk/>
            <pc:sldMk cId="2009665640" sldId="361"/>
            <ac:spMk id="35" creationId="{45D85D4E-8674-62D4-F95E-47609B97DA1B}"/>
          </ac:spMkLst>
        </pc:spChg>
        <pc:spChg chg="add mod">
          <ac:chgData name="Talia Maggs-Rapport" userId="e2128f4a-c508-4ff2-8692-40079ac0c039" providerId="ADAL" clId="{4944840C-7F19-450F-87D9-010C135AB6A5}" dt="2026-08-06T14:22:19.141" v="1646" actId="1076"/>
          <ac:spMkLst>
            <pc:docMk/>
            <pc:sldMk cId="2009665640" sldId="361"/>
            <ac:spMk id="37" creationId="{31E31668-BDBC-DFB0-51CB-D05E351B5527}"/>
          </ac:spMkLst>
        </pc:spChg>
        <pc:spChg chg="add mod">
          <ac:chgData name="Talia Maggs-Rapport" userId="e2128f4a-c508-4ff2-8692-40079ac0c039" providerId="ADAL" clId="{4944840C-7F19-450F-87D9-010C135AB6A5}" dt="2026-08-12T15:04:50.039" v="5245" actId="20577"/>
          <ac:spMkLst>
            <pc:docMk/>
            <pc:sldMk cId="2009665640" sldId="361"/>
            <ac:spMk id="39" creationId="{0D39F7BE-466B-4EDF-FDB4-D0EA34E9213A}"/>
          </ac:spMkLst>
        </pc:spChg>
        <pc:spChg chg="add mod">
          <ac:chgData name="Talia Maggs-Rapport" userId="e2128f4a-c508-4ff2-8692-40079ac0c039" providerId="ADAL" clId="{4944840C-7F19-450F-87D9-010C135AB6A5}" dt="2026-08-12T11:44:03.909" v="5037" actId="13926"/>
          <ac:spMkLst>
            <pc:docMk/>
            <pc:sldMk cId="2009665640" sldId="361"/>
            <ac:spMk id="43" creationId="{E51C0080-D66D-37D9-EF46-28FA8AFC4E8D}"/>
          </ac:spMkLst>
        </pc:spChg>
        <pc:graphicFrameChg chg="mod modGraphic">
          <ac:chgData name="Talia Maggs-Rapport" userId="e2128f4a-c508-4ff2-8692-40079ac0c039" providerId="ADAL" clId="{4944840C-7F19-450F-87D9-010C135AB6A5}" dt="2026-08-12T12:25:05.343" v="5177" actId="1035"/>
          <ac:graphicFrameMkLst>
            <pc:docMk/>
            <pc:sldMk cId="2009665640" sldId="361"/>
            <ac:graphicFrameMk id="3" creationId="{B297434C-64E3-97A9-CCDF-0BC139121FD6}"/>
          </ac:graphicFrameMkLst>
        </pc:graphicFrameChg>
        <pc:graphicFrameChg chg="modGraphic">
          <ac:chgData name="Talia Maggs-Rapport" userId="e2128f4a-c508-4ff2-8692-40079ac0c039" providerId="ADAL" clId="{4944840C-7F19-450F-87D9-010C135AB6A5}" dt="2026-08-12T14:42:28.488" v="5234" actId="20577"/>
          <ac:graphicFrameMkLst>
            <pc:docMk/>
            <pc:sldMk cId="2009665640" sldId="361"/>
            <ac:graphicFrameMk id="5" creationId="{D5913B52-DBE1-5D44-28D5-8EEED2E48D10}"/>
          </ac:graphicFrameMkLst>
        </pc:graphicFrameChg>
      </pc:sldChg>
      <pc:sldChg chg="addSp delSp modSp mod ord">
        <pc:chgData name="Talia Maggs-Rapport" userId="e2128f4a-c508-4ff2-8692-40079ac0c039" providerId="ADAL" clId="{4944840C-7F19-450F-87D9-010C135AB6A5}" dt="2026-08-12T15:04:41.177" v="5239" actId="20577"/>
        <pc:sldMkLst>
          <pc:docMk/>
          <pc:sldMk cId="3865598275" sldId="362"/>
        </pc:sldMkLst>
        <pc:spChg chg="add mod">
          <ac:chgData name="Talia Maggs-Rapport" userId="e2128f4a-c508-4ff2-8692-40079ac0c039" providerId="ADAL" clId="{4944840C-7F19-450F-87D9-010C135AB6A5}" dt="2026-08-06T14:19:28.722" v="1611" actId="1076"/>
          <ac:spMkLst>
            <pc:docMk/>
            <pc:sldMk cId="3865598275" sldId="362"/>
            <ac:spMk id="2" creationId="{2F465676-3D0A-2EA4-AED7-57543B97AF59}"/>
          </ac:spMkLst>
        </pc:spChg>
        <pc:spChg chg="add mod">
          <ac:chgData name="Talia Maggs-Rapport" userId="e2128f4a-c508-4ff2-8692-40079ac0c039" providerId="ADAL" clId="{4944840C-7F19-450F-87D9-010C135AB6A5}" dt="2026-08-06T14:19:28.722" v="1611" actId="1076"/>
          <ac:spMkLst>
            <pc:docMk/>
            <pc:sldMk cId="3865598275" sldId="362"/>
            <ac:spMk id="4" creationId="{ACCC7870-2302-9F1E-0ED1-47A88868C1ED}"/>
          </ac:spMkLst>
        </pc:spChg>
        <pc:spChg chg="add mod">
          <ac:chgData name="Talia Maggs-Rapport" userId="e2128f4a-c508-4ff2-8692-40079ac0c039" providerId="ADAL" clId="{4944840C-7F19-450F-87D9-010C135AB6A5}" dt="2026-08-06T14:19:28.722" v="1611" actId="1076"/>
          <ac:spMkLst>
            <pc:docMk/>
            <pc:sldMk cId="3865598275" sldId="362"/>
            <ac:spMk id="10" creationId="{9DD7A75F-5C03-7E34-760F-F7AB01E1895D}"/>
          </ac:spMkLst>
        </pc:spChg>
        <pc:spChg chg="mod">
          <ac:chgData name="Talia Maggs-Rapport" userId="e2128f4a-c508-4ff2-8692-40079ac0c039" providerId="ADAL" clId="{4944840C-7F19-450F-87D9-010C135AB6A5}" dt="2026-08-06T08:36:25.579" v="802" actId="20577"/>
          <ac:spMkLst>
            <pc:docMk/>
            <pc:sldMk cId="3865598275" sldId="362"/>
            <ac:spMk id="12" creationId="{8433AA34-4BC9-AD59-3830-4801294F3523}"/>
          </ac:spMkLst>
        </pc:spChg>
        <pc:spChg chg="add mod">
          <ac:chgData name="Talia Maggs-Rapport" userId="e2128f4a-c508-4ff2-8692-40079ac0c039" providerId="ADAL" clId="{4944840C-7F19-450F-87D9-010C135AB6A5}" dt="2026-08-06T14:19:28.722" v="1611" actId="1076"/>
          <ac:spMkLst>
            <pc:docMk/>
            <pc:sldMk cId="3865598275" sldId="362"/>
            <ac:spMk id="15" creationId="{3463ECE0-7A84-7BAF-9A69-256450FE08C3}"/>
          </ac:spMkLst>
        </pc:spChg>
        <pc:spChg chg="add mod">
          <ac:chgData name="Talia Maggs-Rapport" userId="e2128f4a-c508-4ff2-8692-40079ac0c039" providerId="ADAL" clId="{4944840C-7F19-450F-87D9-010C135AB6A5}" dt="2026-08-12T15:04:41.177" v="5239" actId="20577"/>
          <ac:spMkLst>
            <pc:docMk/>
            <pc:sldMk cId="3865598275" sldId="362"/>
            <ac:spMk id="17" creationId="{844A6852-213D-2FD0-6EEE-D5A20E6BE0F3}"/>
          </ac:spMkLst>
        </pc:spChg>
        <pc:spChg chg="mod">
          <ac:chgData name="Talia Maggs-Rapport" userId="e2128f4a-c508-4ff2-8692-40079ac0c039" providerId="ADAL" clId="{4944840C-7F19-450F-87D9-010C135AB6A5}" dt="2026-08-06T14:22:32.734" v="1648" actId="1076"/>
          <ac:spMkLst>
            <pc:docMk/>
            <pc:sldMk cId="3865598275" sldId="362"/>
            <ac:spMk id="31" creationId="{7140BAC1-CF56-37E3-5CB2-A9DB7EEC5074}"/>
          </ac:spMkLst>
        </pc:spChg>
        <pc:spChg chg="mod">
          <ac:chgData name="Talia Maggs-Rapport" userId="e2128f4a-c508-4ff2-8692-40079ac0c039" providerId="ADAL" clId="{4944840C-7F19-450F-87D9-010C135AB6A5}" dt="2026-08-12T15:04:38.694" v="5237" actId="20577"/>
          <ac:spMkLst>
            <pc:docMk/>
            <pc:sldMk cId="3865598275" sldId="362"/>
            <ac:spMk id="35" creationId="{4EA2EC23-E526-BE11-7460-2B879EE6C1E7}"/>
          </ac:spMkLst>
        </pc:spChg>
        <pc:graphicFrameChg chg="add mod modGraphic">
          <ac:chgData name="Talia Maggs-Rapport" userId="e2128f4a-c508-4ff2-8692-40079ac0c039" providerId="ADAL" clId="{4944840C-7F19-450F-87D9-010C135AB6A5}" dt="2026-08-12T12:25:27.772" v="5185" actId="1036"/>
          <ac:graphicFrameMkLst>
            <pc:docMk/>
            <pc:sldMk cId="3865598275" sldId="362"/>
            <ac:graphicFrameMk id="19" creationId="{C1AA3813-4D6A-EC61-26C6-B2DD9AB580FF}"/>
          </ac:graphicFrameMkLst>
        </pc:graphicFrameChg>
        <pc:graphicFrameChg chg="mod modGraphic">
          <ac:chgData name="Talia Maggs-Rapport" userId="e2128f4a-c508-4ff2-8692-40079ac0c039" providerId="ADAL" clId="{4944840C-7F19-450F-87D9-010C135AB6A5}" dt="2026-08-12T12:25:23.346" v="5182" actId="1036"/>
          <ac:graphicFrameMkLst>
            <pc:docMk/>
            <pc:sldMk cId="3865598275" sldId="362"/>
            <ac:graphicFrameMk id="36" creationId="{7D74797A-8529-C170-1F6D-20E12B69DD16}"/>
          </ac:graphicFrameMkLst>
        </pc:graphicFrameChg>
      </pc:sldChg>
      <pc:sldChg chg="modSp add mod setBg">
        <pc:chgData name="Talia Maggs-Rapport" userId="e2128f4a-c508-4ff2-8692-40079ac0c039" providerId="ADAL" clId="{4944840C-7F19-450F-87D9-010C135AB6A5}" dt="2026-08-12T09:37:48.134" v="4243" actId="20577"/>
        <pc:sldMkLst>
          <pc:docMk/>
          <pc:sldMk cId="1137110841" sldId="365"/>
        </pc:sldMkLst>
        <pc:spChg chg="mod">
          <ac:chgData name="Talia Maggs-Rapport" userId="e2128f4a-c508-4ff2-8692-40079ac0c039" providerId="ADAL" clId="{4944840C-7F19-450F-87D9-010C135AB6A5}" dt="2026-08-12T09:37:48.134" v="4243" actId="20577"/>
          <ac:spMkLst>
            <pc:docMk/>
            <pc:sldMk cId="1137110841" sldId="365"/>
            <ac:spMk id="4" creationId="{1AD2C048-6423-87F4-8FA7-63492F44EC3A}"/>
          </ac:spMkLst>
        </pc:spChg>
      </pc:sldChg>
      <pc:sldChg chg="modSp add mod setBg">
        <pc:chgData name="Talia Maggs-Rapport" userId="e2128f4a-c508-4ff2-8692-40079ac0c039" providerId="ADAL" clId="{4944840C-7F19-450F-87D9-010C135AB6A5}" dt="2026-08-06T09:39:54.774" v="1079" actId="20577"/>
        <pc:sldMkLst>
          <pc:docMk/>
          <pc:sldMk cId="4047225936" sldId="366"/>
        </pc:sldMkLst>
        <pc:spChg chg="mod">
          <ac:chgData name="Talia Maggs-Rapport" userId="e2128f4a-c508-4ff2-8692-40079ac0c039" providerId="ADAL" clId="{4944840C-7F19-450F-87D9-010C135AB6A5}" dt="2026-08-06T09:39:54.774" v="1079" actId="20577"/>
          <ac:spMkLst>
            <pc:docMk/>
            <pc:sldMk cId="4047225936" sldId="366"/>
            <ac:spMk id="4" creationId="{691123E4-D3C5-C5D1-340A-64ECB276E28A}"/>
          </ac:spMkLst>
        </pc:spChg>
      </pc:sldChg>
      <pc:sldChg chg="addSp delSp modSp add mod">
        <pc:chgData name="Talia Maggs-Rapport" userId="e2128f4a-c508-4ff2-8692-40079ac0c039" providerId="ADAL" clId="{4944840C-7F19-450F-87D9-010C135AB6A5}" dt="2026-08-12T13:54:24.505" v="5223" actId="115"/>
        <pc:sldMkLst>
          <pc:docMk/>
          <pc:sldMk cId="2139159848" sldId="367"/>
        </pc:sldMkLst>
        <pc:spChg chg="add mod">
          <ac:chgData name="Talia Maggs-Rapport" userId="e2128f4a-c508-4ff2-8692-40079ac0c039" providerId="ADAL" clId="{4944840C-7F19-450F-87D9-010C135AB6A5}" dt="2026-08-12T12:19:39.474" v="5172" actId="6549"/>
          <ac:spMkLst>
            <pc:docMk/>
            <pc:sldMk cId="2139159848" sldId="367"/>
            <ac:spMk id="5" creationId="{21060C2C-00C5-2064-7B6F-278AD4167F5A}"/>
          </ac:spMkLst>
        </pc:spChg>
        <pc:graphicFrameChg chg="mod modGraphic">
          <ac:chgData name="Talia Maggs-Rapport" userId="e2128f4a-c508-4ff2-8692-40079ac0c039" providerId="ADAL" clId="{4944840C-7F19-450F-87D9-010C135AB6A5}" dt="2026-08-12T13:54:24.505" v="5223" actId="115"/>
          <ac:graphicFrameMkLst>
            <pc:docMk/>
            <pc:sldMk cId="2139159848" sldId="367"/>
            <ac:graphicFrameMk id="2" creationId="{416970DA-2D90-E48B-C9D6-9521892695D5}"/>
          </ac:graphicFrameMkLst>
        </pc:graphicFrameChg>
      </pc:sldChg>
      <pc:sldChg chg="addSp delSp modSp add mod">
        <pc:chgData name="Talia Maggs-Rapport" userId="e2128f4a-c508-4ff2-8692-40079ac0c039" providerId="ADAL" clId="{4944840C-7F19-450F-87D9-010C135AB6A5}" dt="2026-08-12T09:28:51.177" v="3813" actId="20577"/>
        <pc:sldMkLst>
          <pc:docMk/>
          <pc:sldMk cId="2531979655" sldId="368"/>
        </pc:sldMkLst>
        <pc:spChg chg="del">
          <ac:chgData name="Talia Maggs-Rapport" userId="e2128f4a-c508-4ff2-8692-40079ac0c039" providerId="ADAL" clId="{4944840C-7F19-450F-87D9-010C135AB6A5}" dt="2026-08-12T09:28:34.142" v="3773" actId="478"/>
          <ac:spMkLst>
            <pc:docMk/>
            <pc:sldMk cId="2531979655" sldId="368"/>
            <ac:spMk id="6" creationId="{BF4E581A-7E1B-8A75-C348-B3BE4DFE63A7}"/>
          </ac:spMkLst>
        </pc:spChg>
        <pc:spChg chg="del">
          <ac:chgData name="Talia Maggs-Rapport" userId="e2128f4a-c508-4ff2-8692-40079ac0c039" providerId="ADAL" clId="{4944840C-7F19-450F-87D9-010C135AB6A5}" dt="2026-08-12T09:28:34.142" v="3773" actId="478"/>
          <ac:spMkLst>
            <pc:docMk/>
            <pc:sldMk cId="2531979655" sldId="368"/>
            <ac:spMk id="7" creationId="{BC2E4D3B-77FB-FEA2-C8E6-AE834ADBCA66}"/>
          </ac:spMkLst>
        </pc:spChg>
        <pc:spChg chg="del">
          <ac:chgData name="Talia Maggs-Rapport" userId="e2128f4a-c508-4ff2-8692-40079ac0c039" providerId="ADAL" clId="{4944840C-7F19-450F-87D9-010C135AB6A5}" dt="2026-08-12T09:28:34.142" v="3773" actId="478"/>
          <ac:spMkLst>
            <pc:docMk/>
            <pc:sldMk cId="2531979655" sldId="368"/>
            <ac:spMk id="8" creationId="{6417A459-1CED-596C-AAC3-5A4A6F6FD268}"/>
          </ac:spMkLst>
        </pc:spChg>
        <pc:spChg chg="del">
          <ac:chgData name="Talia Maggs-Rapport" userId="e2128f4a-c508-4ff2-8692-40079ac0c039" providerId="ADAL" clId="{4944840C-7F19-450F-87D9-010C135AB6A5}" dt="2026-08-12T09:28:34.142" v="3773" actId="478"/>
          <ac:spMkLst>
            <pc:docMk/>
            <pc:sldMk cId="2531979655" sldId="368"/>
            <ac:spMk id="9" creationId="{B258816B-D8E1-C81D-D7F8-4E9982E2D9B4}"/>
          </ac:spMkLst>
        </pc:spChg>
        <pc:spChg chg="del">
          <ac:chgData name="Talia Maggs-Rapport" userId="e2128f4a-c508-4ff2-8692-40079ac0c039" providerId="ADAL" clId="{4944840C-7F19-450F-87D9-010C135AB6A5}" dt="2026-08-12T09:28:34.142" v="3773" actId="478"/>
          <ac:spMkLst>
            <pc:docMk/>
            <pc:sldMk cId="2531979655" sldId="368"/>
            <ac:spMk id="10" creationId="{939DD7E2-35E0-543F-EAE5-E36C309CF8DD}"/>
          </ac:spMkLst>
        </pc:spChg>
        <pc:spChg chg="mod">
          <ac:chgData name="Talia Maggs-Rapport" userId="e2128f4a-c508-4ff2-8692-40079ac0c039" providerId="ADAL" clId="{4944840C-7F19-450F-87D9-010C135AB6A5}" dt="2026-08-12T09:28:51.177" v="3813" actId="20577"/>
          <ac:spMkLst>
            <pc:docMk/>
            <pc:sldMk cId="2531979655" sldId="368"/>
            <ac:spMk id="12" creationId="{0670E2BF-4690-C866-77B7-FA7FB1537C87}"/>
          </ac:spMkLst>
        </pc:spChg>
        <pc:spChg chg="add del mod">
          <ac:chgData name="Talia Maggs-Rapport" userId="e2128f4a-c508-4ff2-8692-40079ac0c039" providerId="ADAL" clId="{4944840C-7F19-450F-87D9-010C135AB6A5}" dt="2026-08-12T09:28:39.347" v="3776" actId="478"/>
          <ac:spMkLst>
            <pc:docMk/>
            <pc:sldMk cId="2531979655" sldId="368"/>
            <ac:spMk id="15" creationId="{5B1606FC-8AF5-C0D1-5695-063EF436BEAA}"/>
          </ac:spMkLst>
        </pc:spChg>
        <pc:spChg chg="add del mod">
          <ac:chgData name="Talia Maggs-Rapport" userId="e2128f4a-c508-4ff2-8692-40079ac0c039" providerId="ADAL" clId="{4944840C-7F19-450F-87D9-010C135AB6A5}" dt="2026-08-12T09:28:39.347" v="3776" actId="478"/>
          <ac:spMkLst>
            <pc:docMk/>
            <pc:sldMk cId="2531979655" sldId="368"/>
            <ac:spMk id="17" creationId="{5C35C335-D78B-F772-BD04-C16045B1AA43}"/>
          </ac:spMkLst>
        </pc:spChg>
        <pc:spChg chg="add del mod">
          <ac:chgData name="Talia Maggs-Rapport" userId="e2128f4a-c508-4ff2-8692-40079ac0c039" providerId="ADAL" clId="{4944840C-7F19-450F-87D9-010C135AB6A5}" dt="2026-08-12T09:28:39.347" v="3776" actId="478"/>
          <ac:spMkLst>
            <pc:docMk/>
            <pc:sldMk cId="2531979655" sldId="368"/>
            <ac:spMk id="20" creationId="{B3C373D4-BE10-CE31-CBFC-B5232A150095}"/>
          </ac:spMkLst>
        </pc:spChg>
        <pc:spChg chg="add del mod">
          <ac:chgData name="Talia Maggs-Rapport" userId="e2128f4a-c508-4ff2-8692-40079ac0c039" providerId="ADAL" clId="{4944840C-7F19-450F-87D9-010C135AB6A5}" dt="2026-08-12T09:28:39.347" v="3776" actId="478"/>
          <ac:spMkLst>
            <pc:docMk/>
            <pc:sldMk cId="2531979655" sldId="368"/>
            <ac:spMk id="22" creationId="{2EAD58CB-489D-C62F-4657-C21AE535A90F}"/>
          </ac:spMkLst>
        </pc:spChg>
        <pc:spChg chg="add del">
          <ac:chgData name="Talia Maggs-Rapport" userId="e2128f4a-c508-4ff2-8692-40079ac0c039" providerId="ADAL" clId="{4944840C-7F19-450F-87D9-010C135AB6A5}" dt="2026-08-12T09:28:36.540" v="3775" actId="22"/>
          <ac:spMkLst>
            <pc:docMk/>
            <pc:sldMk cId="2531979655" sldId="368"/>
            <ac:spMk id="24" creationId="{AF57FF7C-E186-22B3-8183-42CBC7D7097B}"/>
          </ac:spMkLst>
        </pc:spChg>
        <pc:spChg chg="add del">
          <ac:chgData name="Talia Maggs-Rapport" userId="e2128f4a-c508-4ff2-8692-40079ac0c039" providerId="ADAL" clId="{4944840C-7F19-450F-87D9-010C135AB6A5}" dt="2026-08-12T09:28:36.540" v="3775" actId="22"/>
          <ac:spMkLst>
            <pc:docMk/>
            <pc:sldMk cId="2531979655" sldId="368"/>
            <ac:spMk id="28" creationId="{C948D968-B2E7-FACB-2861-F91373214435}"/>
          </ac:spMkLst>
        </pc:spChg>
        <pc:spChg chg="add del">
          <ac:chgData name="Talia Maggs-Rapport" userId="e2128f4a-c508-4ff2-8692-40079ac0c039" providerId="ADAL" clId="{4944840C-7F19-450F-87D9-010C135AB6A5}" dt="2026-08-12T09:28:36.540" v="3775" actId="22"/>
          <ac:spMkLst>
            <pc:docMk/>
            <pc:sldMk cId="2531979655" sldId="368"/>
            <ac:spMk id="30" creationId="{510FB02D-A0F3-E04E-C865-6110576EE349}"/>
          </ac:spMkLst>
        </pc:spChg>
        <pc:spChg chg="add del">
          <ac:chgData name="Talia Maggs-Rapport" userId="e2128f4a-c508-4ff2-8692-40079ac0c039" providerId="ADAL" clId="{4944840C-7F19-450F-87D9-010C135AB6A5}" dt="2026-08-12T09:28:36.540" v="3775" actId="22"/>
          <ac:spMkLst>
            <pc:docMk/>
            <pc:sldMk cId="2531979655" sldId="368"/>
            <ac:spMk id="32" creationId="{3BB6D500-A5F0-D658-A1D2-A3FBB75D5FF1}"/>
          </ac:spMkLst>
        </pc:spChg>
        <pc:spChg chg="add del">
          <ac:chgData name="Talia Maggs-Rapport" userId="e2128f4a-c508-4ff2-8692-40079ac0c039" providerId="ADAL" clId="{4944840C-7F19-450F-87D9-010C135AB6A5}" dt="2026-08-12T09:28:36.540" v="3775" actId="22"/>
          <ac:spMkLst>
            <pc:docMk/>
            <pc:sldMk cId="2531979655" sldId="368"/>
            <ac:spMk id="34" creationId="{D783922D-1C92-BE2C-74F2-16AE2F42BD32}"/>
          </ac:spMkLst>
        </pc:spChg>
        <pc:spChg chg="add del">
          <ac:chgData name="Talia Maggs-Rapport" userId="e2128f4a-c508-4ff2-8692-40079ac0c039" providerId="ADAL" clId="{4944840C-7F19-450F-87D9-010C135AB6A5}" dt="2026-08-12T09:28:36.540" v="3775" actId="22"/>
          <ac:spMkLst>
            <pc:docMk/>
            <pc:sldMk cId="2531979655" sldId="368"/>
            <ac:spMk id="36" creationId="{D4FE0E88-3EEC-D9D3-4A1A-3D4D80C3CED2}"/>
          </ac:spMkLst>
        </pc:spChg>
        <pc:spChg chg="add">
          <ac:chgData name="Talia Maggs-Rapport" userId="e2128f4a-c508-4ff2-8692-40079ac0c039" providerId="ADAL" clId="{4944840C-7F19-450F-87D9-010C135AB6A5}" dt="2026-08-12T09:28:40.077" v="3777" actId="22"/>
          <ac:spMkLst>
            <pc:docMk/>
            <pc:sldMk cId="2531979655" sldId="368"/>
            <ac:spMk id="38" creationId="{06DE3A75-E2B5-7475-5416-9A817AC63DAA}"/>
          </ac:spMkLst>
        </pc:spChg>
        <pc:spChg chg="add">
          <ac:chgData name="Talia Maggs-Rapport" userId="e2128f4a-c508-4ff2-8692-40079ac0c039" providerId="ADAL" clId="{4944840C-7F19-450F-87D9-010C135AB6A5}" dt="2026-08-12T09:28:40.077" v="3777" actId="22"/>
          <ac:spMkLst>
            <pc:docMk/>
            <pc:sldMk cId="2531979655" sldId="368"/>
            <ac:spMk id="42" creationId="{E1BBBD54-6387-30C3-C66B-0E8852B279D4}"/>
          </ac:spMkLst>
        </pc:spChg>
        <pc:spChg chg="add">
          <ac:chgData name="Talia Maggs-Rapport" userId="e2128f4a-c508-4ff2-8692-40079ac0c039" providerId="ADAL" clId="{4944840C-7F19-450F-87D9-010C135AB6A5}" dt="2026-08-12T09:28:40.077" v="3777" actId="22"/>
          <ac:spMkLst>
            <pc:docMk/>
            <pc:sldMk cId="2531979655" sldId="368"/>
            <ac:spMk id="44" creationId="{E8698B49-3F30-E428-D8FA-88B383332B87}"/>
          </ac:spMkLst>
        </pc:spChg>
        <pc:spChg chg="add">
          <ac:chgData name="Talia Maggs-Rapport" userId="e2128f4a-c508-4ff2-8692-40079ac0c039" providerId="ADAL" clId="{4944840C-7F19-450F-87D9-010C135AB6A5}" dt="2026-08-12T09:28:40.077" v="3777" actId="22"/>
          <ac:spMkLst>
            <pc:docMk/>
            <pc:sldMk cId="2531979655" sldId="368"/>
            <ac:spMk id="46" creationId="{58DFD41E-3565-08B3-4343-728F17BBEC37}"/>
          </ac:spMkLst>
        </pc:spChg>
        <pc:spChg chg="add">
          <ac:chgData name="Talia Maggs-Rapport" userId="e2128f4a-c508-4ff2-8692-40079ac0c039" providerId="ADAL" clId="{4944840C-7F19-450F-87D9-010C135AB6A5}" dt="2026-08-12T09:28:40.077" v="3777" actId="22"/>
          <ac:spMkLst>
            <pc:docMk/>
            <pc:sldMk cId="2531979655" sldId="368"/>
            <ac:spMk id="48" creationId="{DC46C62F-2E23-6CB1-88C2-68AF93A7F8BC}"/>
          </ac:spMkLst>
        </pc:spChg>
        <pc:spChg chg="add">
          <ac:chgData name="Talia Maggs-Rapport" userId="e2128f4a-c508-4ff2-8692-40079ac0c039" providerId="ADAL" clId="{4944840C-7F19-450F-87D9-010C135AB6A5}" dt="2026-08-12T09:28:40.077" v="3777" actId="22"/>
          <ac:spMkLst>
            <pc:docMk/>
            <pc:sldMk cId="2531979655" sldId="368"/>
            <ac:spMk id="50" creationId="{422AA499-665F-1A94-852D-365A16771617}"/>
          </ac:spMkLst>
        </pc:spChg>
        <pc:graphicFrameChg chg="del">
          <ac:chgData name="Talia Maggs-Rapport" userId="e2128f4a-c508-4ff2-8692-40079ac0c039" providerId="ADAL" clId="{4944840C-7F19-450F-87D9-010C135AB6A5}" dt="2026-08-12T09:28:34.142" v="3773" actId="478"/>
          <ac:graphicFrameMkLst>
            <pc:docMk/>
            <pc:sldMk cId="2531979655" sldId="368"/>
            <ac:graphicFrameMk id="14" creationId="{8EB06537-170F-1B98-74D0-4D919ED5C110}"/>
          </ac:graphicFrameMkLst>
        </pc:graphicFrameChg>
        <pc:graphicFrameChg chg="add del">
          <ac:chgData name="Talia Maggs-Rapport" userId="e2128f4a-c508-4ff2-8692-40079ac0c039" providerId="ADAL" clId="{4944840C-7F19-450F-87D9-010C135AB6A5}" dt="2026-08-12T09:28:36.540" v="3775" actId="22"/>
          <ac:graphicFrameMkLst>
            <pc:docMk/>
            <pc:sldMk cId="2531979655" sldId="368"/>
            <ac:graphicFrameMk id="26" creationId="{2827D434-79B1-548A-2DBA-FF1D5F3BEBF9}"/>
          </ac:graphicFrameMkLst>
        </pc:graphicFrameChg>
        <pc:graphicFrameChg chg="add">
          <ac:chgData name="Talia Maggs-Rapport" userId="e2128f4a-c508-4ff2-8692-40079ac0c039" providerId="ADAL" clId="{4944840C-7F19-450F-87D9-010C135AB6A5}" dt="2026-08-12T09:28:40.077" v="3777" actId="22"/>
          <ac:graphicFrameMkLst>
            <pc:docMk/>
            <pc:sldMk cId="2531979655" sldId="368"/>
            <ac:graphicFrameMk id="40" creationId="{1A22C783-8809-C673-24DA-716BE0BD0C41}"/>
          </ac:graphicFrameMkLst>
        </pc:graphicFrameChg>
      </pc:sldChg>
      <pc:sldChg chg="add del setBg">
        <pc:chgData name="Talia Maggs-Rapport" userId="e2128f4a-c508-4ff2-8692-40079ac0c039" providerId="ADAL" clId="{4944840C-7F19-450F-87D9-010C135AB6A5}" dt="2026-08-12T09:30:57.531" v="3822"/>
        <pc:sldMkLst>
          <pc:docMk/>
          <pc:sldMk cId="478910495" sldId="369"/>
        </pc:sldMkLst>
      </pc:sldChg>
      <pc:sldChg chg="delSp modSp add del mod">
        <pc:chgData name="Talia Maggs-Rapport" userId="e2128f4a-c508-4ff2-8692-40079ac0c039" providerId="ADAL" clId="{4944840C-7F19-450F-87D9-010C135AB6A5}" dt="2026-08-12T09:38:22.722" v="4254" actId="47"/>
        <pc:sldMkLst>
          <pc:docMk/>
          <pc:sldMk cId="2287168100" sldId="369"/>
        </pc:sldMkLst>
        <pc:spChg chg="mod">
          <ac:chgData name="Talia Maggs-Rapport" userId="e2128f4a-c508-4ff2-8692-40079ac0c039" providerId="ADAL" clId="{4944840C-7F19-450F-87D9-010C135AB6A5}" dt="2026-08-12T09:31:45.902" v="3847" actId="20577"/>
          <ac:spMkLst>
            <pc:docMk/>
            <pc:sldMk cId="2287168100" sldId="369"/>
            <ac:spMk id="3" creationId="{6D94FC2E-5F6B-FC83-2BB6-80F47FEC413E}"/>
          </ac:spMkLst>
        </pc:spChg>
        <pc:spChg chg="del">
          <ac:chgData name="Talia Maggs-Rapport" userId="e2128f4a-c508-4ff2-8692-40079ac0c039" providerId="ADAL" clId="{4944840C-7F19-450F-87D9-010C135AB6A5}" dt="2026-08-12T09:31:51.735" v="3848" actId="478"/>
          <ac:spMkLst>
            <pc:docMk/>
            <pc:sldMk cId="2287168100" sldId="369"/>
            <ac:spMk id="7" creationId="{BB97E506-46EE-5151-9729-B89E827E9949}"/>
          </ac:spMkLst>
        </pc:spChg>
        <pc:graphicFrameChg chg="del">
          <ac:chgData name="Talia Maggs-Rapport" userId="e2128f4a-c508-4ff2-8692-40079ac0c039" providerId="ADAL" clId="{4944840C-7F19-450F-87D9-010C135AB6A5}" dt="2026-08-12T09:31:53.577" v="3849" actId="478"/>
          <ac:graphicFrameMkLst>
            <pc:docMk/>
            <pc:sldMk cId="2287168100" sldId="369"/>
            <ac:graphicFrameMk id="5" creationId="{21DFCD80-E05D-78B7-6A26-967A88DA277D}"/>
          </ac:graphicFrameMkLst>
        </pc:graphicFrameChg>
      </pc:sldChg>
      <pc:sldChg chg="modSp add mod">
        <pc:chgData name="Talia Maggs-Rapport" userId="e2128f4a-c508-4ff2-8692-40079ac0c039" providerId="ADAL" clId="{4944840C-7F19-450F-87D9-010C135AB6A5}" dt="2026-08-12T13:54:15.568" v="5221" actId="115"/>
        <pc:sldMkLst>
          <pc:docMk/>
          <pc:sldMk cId="2909184053" sldId="370"/>
        </pc:sldMkLst>
        <pc:spChg chg="mod">
          <ac:chgData name="Talia Maggs-Rapport" userId="e2128f4a-c508-4ff2-8692-40079ac0c039" providerId="ADAL" clId="{4944840C-7F19-450F-87D9-010C135AB6A5}" dt="2026-08-12T12:19:35.577" v="5171" actId="6549"/>
          <ac:spMkLst>
            <pc:docMk/>
            <pc:sldMk cId="2909184053" sldId="370"/>
            <ac:spMk id="3" creationId="{7FB3EDA8-6F96-47C7-7E05-37DD8E8A1FFE}"/>
          </ac:spMkLst>
        </pc:spChg>
        <pc:graphicFrameChg chg="mod modGraphic">
          <ac:chgData name="Talia Maggs-Rapport" userId="e2128f4a-c508-4ff2-8692-40079ac0c039" providerId="ADAL" clId="{4944840C-7F19-450F-87D9-010C135AB6A5}" dt="2026-08-12T13:54:15.568" v="5221" actId="115"/>
          <ac:graphicFrameMkLst>
            <pc:docMk/>
            <pc:sldMk cId="2909184053" sldId="370"/>
            <ac:graphicFrameMk id="2" creationId="{5FBC5259-95D3-1DC6-40C1-3BF9D90F22A7}"/>
          </ac:graphicFrameMkLst>
        </pc:graphicFrameChg>
      </pc:sldChg>
      <pc:sldMasterChg chg="modSldLayout">
        <pc:chgData name="Talia Maggs-Rapport" userId="e2128f4a-c508-4ff2-8692-40079ac0c039" providerId="ADAL" clId="{4944840C-7F19-450F-87D9-010C135AB6A5}" dt="2026-08-06T14:16:50.032" v="1598" actId="14100"/>
        <pc:sldMasterMkLst>
          <pc:docMk/>
          <pc:sldMasterMk cId="2749067393" sldId="2147483651"/>
        </pc:sldMasterMkLst>
        <pc:sldLayoutChg chg="modSp mod">
          <pc:chgData name="Talia Maggs-Rapport" userId="e2128f4a-c508-4ff2-8692-40079ac0c039" providerId="ADAL" clId="{4944840C-7F19-450F-87D9-010C135AB6A5}" dt="2026-08-06T14:16:50.032" v="1598" actId="14100"/>
          <pc:sldLayoutMkLst>
            <pc:docMk/>
            <pc:sldMasterMk cId="2749067393" sldId="2147483651"/>
            <pc:sldLayoutMk cId="2315085880" sldId="2147483680"/>
          </pc:sldLayoutMkLst>
          <pc:spChg chg="mod">
            <ac:chgData name="Talia Maggs-Rapport" userId="e2128f4a-c508-4ff2-8692-40079ac0c039" providerId="ADAL" clId="{4944840C-7F19-450F-87D9-010C135AB6A5}" dt="2026-08-06T14:16:50.032" v="1598" actId="14100"/>
            <ac:spMkLst>
              <pc:docMk/>
              <pc:sldMasterMk cId="2749067393" sldId="2147483651"/>
              <pc:sldLayoutMk cId="2315085880" sldId="2147483680"/>
              <ac:spMk id="83" creationId="{CFED8A84-6FAA-4520-5C13-72B2326C11CA}"/>
            </ac:spMkLst>
          </pc:spChg>
          <pc:spChg chg="mod">
            <ac:chgData name="Talia Maggs-Rapport" userId="e2128f4a-c508-4ff2-8692-40079ac0c039" providerId="ADAL" clId="{4944840C-7F19-450F-87D9-010C135AB6A5}" dt="2026-08-06T14:16:43.104" v="1597" actId="1035"/>
            <ac:spMkLst>
              <pc:docMk/>
              <pc:sldMasterMk cId="2749067393" sldId="2147483651"/>
              <pc:sldLayoutMk cId="2315085880" sldId="2147483680"/>
              <ac:spMk id="87" creationId="{B08F6927-36E9-6944-55D0-3471C7C53C78}"/>
            </ac:spMkLst>
          </pc:spChg>
        </pc:sldLayoutChg>
      </pc:sldMasterChg>
    </pc:docChg>
  </pc:docChgLst>
  <pc:docChgLst>
    <pc:chgData name="Annie Stone" userId="5970d702-5f67-42cc-80b9-3118c46204ef" providerId="ADAL" clId="{38F3A999-D72C-462F-964D-00471BEC15E7}"/>
    <pc:docChg chg="undo custSel addSld delSld modSld sldOrd">
      <pc:chgData name="Annie Stone" userId="5970d702-5f67-42cc-80b9-3118c46204ef" providerId="ADAL" clId="{38F3A999-D72C-462F-964D-00471BEC15E7}" dt="2026-08-12T14:54:51.567" v="1321"/>
      <pc:docMkLst>
        <pc:docMk/>
      </pc:docMkLst>
      <pc:sldChg chg="addSp delSp modSp mod">
        <pc:chgData name="Annie Stone" userId="5970d702-5f67-42cc-80b9-3118c46204ef" providerId="ADAL" clId="{38F3A999-D72C-462F-964D-00471BEC15E7}" dt="2026-08-12T14:19:55.777" v="902" actId="20577"/>
        <pc:sldMkLst>
          <pc:docMk/>
          <pc:sldMk cId="0" sldId="262"/>
        </pc:sldMkLst>
        <pc:spChg chg="mod">
          <ac:chgData name="Annie Stone" userId="5970d702-5f67-42cc-80b9-3118c46204ef" providerId="ADAL" clId="{38F3A999-D72C-462F-964D-00471BEC15E7}" dt="2026-08-12T14:19:55.777" v="902" actId="20577"/>
          <ac:spMkLst>
            <pc:docMk/>
            <pc:sldMk cId="0" sldId="262"/>
            <ac:spMk id="4" creationId="{00000000-0000-0000-0000-000000000000}"/>
          </ac:spMkLst>
        </pc:spChg>
      </pc:sldChg>
      <pc:sldChg chg="add">
        <pc:chgData name="Annie Stone" userId="5970d702-5f67-42cc-80b9-3118c46204ef" providerId="ADAL" clId="{38F3A999-D72C-462F-964D-00471BEC15E7}" dt="2026-08-05T13:36:52.362" v="492"/>
        <pc:sldMkLst>
          <pc:docMk/>
          <pc:sldMk cId="3381239360" sldId="311"/>
        </pc:sldMkLst>
      </pc:sldChg>
      <pc:sldChg chg="addSp delSp modSp mod">
        <pc:chgData name="Annie Stone" userId="5970d702-5f67-42cc-80b9-3118c46204ef" providerId="ADAL" clId="{38F3A999-D72C-462F-964D-00471BEC15E7}" dt="2026-08-05T15:06:15.150" v="520" actId="1076"/>
        <pc:sldMkLst>
          <pc:docMk/>
          <pc:sldMk cId="2482362006" sldId="334"/>
        </pc:sldMkLst>
        <pc:spChg chg="mod">
          <ac:chgData name="Annie Stone" userId="5970d702-5f67-42cc-80b9-3118c46204ef" providerId="ADAL" clId="{38F3A999-D72C-462F-964D-00471BEC15E7}" dt="2026-08-05T13:35:57.171" v="491" actId="20577"/>
          <ac:spMkLst>
            <pc:docMk/>
            <pc:sldMk cId="2482362006" sldId="334"/>
            <ac:spMk id="3" creationId="{59E3E0BF-9345-F378-7317-36C958DFBD38}"/>
          </ac:spMkLst>
        </pc:spChg>
        <pc:picChg chg="add mod">
          <ac:chgData name="Annie Stone" userId="5970d702-5f67-42cc-80b9-3118c46204ef" providerId="ADAL" clId="{38F3A999-D72C-462F-964D-00471BEC15E7}" dt="2026-08-05T15:06:15.150" v="520" actId="1076"/>
          <ac:picMkLst>
            <pc:docMk/>
            <pc:sldMk cId="2482362006" sldId="334"/>
            <ac:picMk id="6" creationId="{174DEC1A-BAD0-85C2-E688-C1D9DCE14201}"/>
          </ac:picMkLst>
        </pc:picChg>
      </pc:sldChg>
      <pc:sldChg chg="modSp add del mod">
        <pc:chgData name="Annie Stone" userId="5970d702-5f67-42cc-80b9-3118c46204ef" providerId="ADAL" clId="{38F3A999-D72C-462F-964D-00471BEC15E7}" dt="2026-08-12T14:54:29.040" v="1317"/>
        <pc:sldMkLst>
          <pc:docMk/>
          <pc:sldMk cId="3781822973" sldId="350"/>
        </pc:sldMkLst>
        <pc:graphicFrameChg chg="mod modGraphic">
          <ac:chgData name="Annie Stone" userId="5970d702-5f67-42cc-80b9-3118c46204ef" providerId="ADAL" clId="{38F3A999-D72C-462F-964D-00471BEC15E7}" dt="2026-08-12T14:28:02.794" v="1119" actId="20577"/>
          <ac:graphicFrameMkLst>
            <pc:docMk/>
            <pc:sldMk cId="3781822973" sldId="350"/>
            <ac:graphicFrameMk id="2" creationId="{92760A38-7B54-5547-8004-34ED962010D2}"/>
          </ac:graphicFrameMkLst>
        </pc:graphicFrameChg>
      </pc:sldChg>
      <pc:sldChg chg="addSp delSp modSp mod">
        <pc:chgData name="Annie Stone" userId="5970d702-5f67-42cc-80b9-3118c46204ef" providerId="ADAL" clId="{38F3A999-D72C-462F-964D-00471BEC15E7}" dt="2026-08-12T14:25:48.631" v="1001" actId="20577"/>
        <pc:sldMkLst>
          <pc:docMk/>
          <pc:sldMk cId="2524055638" sldId="360"/>
        </pc:sldMkLst>
        <pc:spChg chg="add mod">
          <ac:chgData name="Annie Stone" userId="5970d702-5f67-42cc-80b9-3118c46204ef" providerId="ADAL" clId="{38F3A999-D72C-462F-964D-00471BEC15E7}" dt="2026-08-06T09:06:44.952" v="652" actId="1076"/>
          <ac:spMkLst>
            <pc:docMk/>
            <pc:sldMk cId="2524055638" sldId="360"/>
            <ac:spMk id="6" creationId="{B4FC1D87-C951-1F88-BCF4-3A42A5EA9DAA}"/>
          </ac:spMkLst>
        </pc:spChg>
        <pc:spChg chg="add mod">
          <ac:chgData name="Annie Stone" userId="5970d702-5f67-42cc-80b9-3118c46204ef" providerId="ADAL" clId="{38F3A999-D72C-462F-964D-00471BEC15E7}" dt="2026-08-06T09:06:44.952" v="652" actId="1076"/>
          <ac:spMkLst>
            <pc:docMk/>
            <pc:sldMk cId="2524055638" sldId="360"/>
            <ac:spMk id="7" creationId="{FBE6C306-500C-64B8-1060-E6E1767F3F3A}"/>
          </ac:spMkLst>
        </pc:spChg>
        <pc:spChg chg="add mod">
          <ac:chgData name="Annie Stone" userId="5970d702-5f67-42cc-80b9-3118c46204ef" providerId="ADAL" clId="{38F3A999-D72C-462F-964D-00471BEC15E7}" dt="2026-08-06T09:06:44.952" v="652" actId="1076"/>
          <ac:spMkLst>
            <pc:docMk/>
            <pc:sldMk cId="2524055638" sldId="360"/>
            <ac:spMk id="8" creationId="{EFC5D104-8561-904C-F2C8-07A84C8ED887}"/>
          </ac:spMkLst>
        </pc:spChg>
        <pc:spChg chg="add mod">
          <ac:chgData name="Annie Stone" userId="5970d702-5f67-42cc-80b9-3118c46204ef" providerId="ADAL" clId="{38F3A999-D72C-462F-964D-00471BEC15E7}" dt="2026-08-06T09:06:44.952" v="652" actId="1076"/>
          <ac:spMkLst>
            <pc:docMk/>
            <pc:sldMk cId="2524055638" sldId="360"/>
            <ac:spMk id="9" creationId="{D4FD81AD-6C7B-B6A4-A592-53026B053705}"/>
          </ac:spMkLst>
        </pc:spChg>
        <pc:spChg chg="add mod">
          <ac:chgData name="Annie Stone" userId="5970d702-5f67-42cc-80b9-3118c46204ef" providerId="ADAL" clId="{38F3A999-D72C-462F-964D-00471BEC15E7}" dt="2026-08-06T09:06:44.952" v="652" actId="1076"/>
          <ac:spMkLst>
            <pc:docMk/>
            <pc:sldMk cId="2524055638" sldId="360"/>
            <ac:spMk id="10" creationId="{B8E25F67-CF0E-0C3E-5229-A1DF26AB0CC9}"/>
          </ac:spMkLst>
        </pc:spChg>
        <pc:graphicFrameChg chg="add mod modGraphic">
          <ac:chgData name="Annie Stone" userId="5970d702-5f67-42cc-80b9-3118c46204ef" providerId="ADAL" clId="{38F3A999-D72C-462F-964D-00471BEC15E7}" dt="2026-08-12T14:25:48.631" v="1001" actId="20577"/>
          <ac:graphicFrameMkLst>
            <pc:docMk/>
            <pc:sldMk cId="2524055638" sldId="360"/>
            <ac:graphicFrameMk id="14" creationId="{CCDD3EDF-84BF-740E-AF7C-66664147752C}"/>
          </ac:graphicFrameMkLst>
        </pc:graphicFrameChg>
        <pc:graphicFrameChg chg="modGraphic">
          <ac:chgData name="Annie Stone" userId="5970d702-5f67-42cc-80b9-3118c46204ef" providerId="ADAL" clId="{38F3A999-D72C-462F-964D-00471BEC15E7}" dt="2026-08-12T14:21:31.738" v="974" actId="20577"/>
          <ac:graphicFrameMkLst>
            <pc:docMk/>
            <pc:sldMk cId="2524055638" sldId="360"/>
            <ac:graphicFrameMk id="34" creationId="{CE5A8088-D5C0-B0AE-074A-37E92F178F24}"/>
          </ac:graphicFrameMkLst>
        </pc:graphicFrameChg>
      </pc:sldChg>
      <pc:sldChg chg="addSp delSp modSp mod">
        <pc:chgData name="Annie Stone" userId="5970d702-5f67-42cc-80b9-3118c46204ef" providerId="ADAL" clId="{38F3A999-D72C-462F-964D-00471BEC15E7}" dt="2026-08-12T14:27:29.644" v="1074"/>
        <pc:sldMkLst>
          <pc:docMk/>
          <pc:sldMk cId="2009665640" sldId="361"/>
        </pc:sldMkLst>
        <pc:spChg chg="add mod">
          <ac:chgData name="Annie Stone" userId="5970d702-5f67-42cc-80b9-3118c46204ef" providerId="ADAL" clId="{38F3A999-D72C-462F-964D-00471BEC15E7}" dt="2026-08-12T10:22:25.368" v="806" actId="13926"/>
          <ac:spMkLst>
            <pc:docMk/>
            <pc:sldMk cId="2009665640" sldId="361"/>
            <ac:spMk id="4" creationId="{AFC453EE-7A1B-C104-71EF-F46A124AFC4A}"/>
          </ac:spMkLst>
        </pc:spChg>
        <pc:spChg chg="add mod">
          <ac:chgData name="Annie Stone" userId="5970d702-5f67-42cc-80b9-3118c46204ef" providerId="ADAL" clId="{38F3A999-D72C-462F-964D-00471BEC15E7}" dt="2026-08-12T10:22:25.368" v="806" actId="13926"/>
          <ac:spMkLst>
            <pc:docMk/>
            <pc:sldMk cId="2009665640" sldId="361"/>
            <ac:spMk id="6" creationId="{0FDBFF03-A019-D72A-4B12-2EE8C1A24589}"/>
          </ac:spMkLst>
        </pc:spChg>
        <pc:spChg chg="add mod">
          <ac:chgData name="Annie Stone" userId="5970d702-5f67-42cc-80b9-3118c46204ef" providerId="ADAL" clId="{38F3A999-D72C-462F-964D-00471BEC15E7}" dt="2026-08-12T10:22:25.368" v="806" actId="13926"/>
          <ac:spMkLst>
            <pc:docMk/>
            <pc:sldMk cId="2009665640" sldId="361"/>
            <ac:spMk id="8" creationId="{44C1E57B-73D1-BC8F-9F3E-31DC1BD1D2F4}"/>
          </ac:spMkLst>
        </pc:spChg>
        <pc:spChg chg="add mod">
          <ac:chgData name="Annie Stone" userId="5970d702-5f67-42cc-80b9-3118c46204ef" providerId="ADAL" clId="{38F3A999-D72C-462F-964D-00471BEC15E7}" dt="2026-08-12T14:27:29.644" v="1074"/>
          <ac:spMkLst>
            <pc:docMk/>
            <pc:sldMk cId="2009665640" sldId="361"/>
            <ac:spMk id="10" creationId="{8BBE5BF2-7ACB-5BC6-EAF6-AFC66696D781}"/>
          </ac:spMkLst>
        </pc:spChg>
        <pc:spChg chg="add del mod">
          <ac:chgData name="Annie Stone" userId="5970d702-5f67-42cc-80b9-3118c46204ef" providerId="ADAL" clId="{38F3A999-D72C-462F-964D-00471BEC15E7}" dt="2026-08-12T10:31:01.902" v="866" actId="478"/>
          <ac:spMkLst>
            <pc:docMk/>
            <pc:sldMk cId="2009665640" sldId="361"/>
            <ac:spMk id="11" creationId="{AA661941-A6C3-01D8-678F-77F7B114E337}"/>
          </ac:spMkLst>
        </pc:spChg>
        <pc:spChg chg="mod">
          <ac:chgData name="Annie Stone" userId="5970d702-5f67-42cc-80b9-3118c46204ef" providerId="ADAL" clId="{38F3A999-D72C-462F-964D-00471BEC15E7}" dt="2026-08-12T10:23:44.907" v="814"/>
          <ac:spMkLst>
            <pc:docMk/>
            <pc:sldMk cId="2009665640" sldId="361"/>
            <ac:spMk id="22" creationId="{FDBB3031-DEBA-A347-A6CA-14BDBED3EC7C}"/>
          </ac:spMkLst>
        </pc:spChg>
        <pc:spChg chg="mod">
          <ac:chgData name="Annie Stone" userId="5970d702-5f67-42cc-80b9-3118c46204ef" providerId="ADAL" clId="{38F3A999-D72C-462F-964D-00471BEC15E7}" dt="2026-08-12T10:22:22.657" v="805" actId="13926"/>
          <ac:spMkLst>
            <pc:docMk/>
            <pc:sldMk cId="2009665640" sldId="361"/>
            <ac:spMk id="33" creationId="{E281D1AF-ADB2-7C13-FC79-698F3F36050F}"/>
          </ac:spMkLst>
        </pc:spChg>
        <pc:spChg chg="mod">
          <ac:chgData name="Annie Stone" userId="5970d702-5f67-42cc-80b9-3118c46204ef" providerId="ADAL" clId="{38F3A999-D72C-462F-964D-00471BEC15E7}" dt="2026-08-12T10:22:22.657" v="805" actId="13926"/>
          <ac:spMkLst>
            <pc:docMk/>
            <pc:sldMk cId="2009665640" sldId="361"/>
            <ac:spMk id="35" creationId="{45D85D4E-8674-62D4-F95E-47609B97DA1B}"/>
          </ac:spMkLst>
        </pc:spChg>
        <pc:spChg chg="mod">
          <ac:chgData name="Annie Stone" userId="5970d702-5f67-42cc-80b9-3118c46204ef" providerId="ADAL" clId="{38F3A999-D72C-462F-964D-00471BEC15E7}" dt="2026-08-12T10:23:30.471" v="813" actId="207"/>
          <ac:spMkLst>
            <pc:docMk/>
            <pc:sldMk cId="2009665640" sldId="361"/>
            <ac:spMk id="37" creationId="{31E31668-BDBC-DFB0-51CB-D05E351B5527}"/>
          </ac:spMkLst>
        </pc:spChg>
        <pc:spChg chg="mod">
          <ac:chgData name="Annie Stone" userId="5970d702-5f67-42cc-80b9-3118c46204ef" providerId="ADAL" clId="{38F3A999-D72C-462F-964D-00471BEC15E7}" dt="2026-08-12T14:26:52.763" v="1044"/>
          <ac:spMkLst>
            <pc:docMk/>
            <pc:sldMk cId="2009665640" sldId="361"/>
            <ac:spMk id="39" creationId="{0D39F7BE-466B-4EDF-FDB4-D0EA34E9213A}"/>
          </ac:spMkLst>
        </pc:spChg>
        <pc:spChg chg="mod">
          <ac:chgData name="Annie Stone" userId="5970d702-5f67-42cc-80b9-3118c46204ef" providerId="ADAL" clId="{38F3A999-D72C-462F-964D-00471BEC15E7}" dt="2026-08-12T10:22:22.657" v="805" actId="13926"/>
          <ac:spMkLst>
            <pc:docMk/>
            <pc:sldMk cId="2009665640" sldId="361"/>
            <ac:spMk id="43" creationId="{E51C0080-D66D-37D9-EF46-28FA8AFC4E8D}"/>
          </ac:spMkLst>
        </pc:spChg>
        <pc:graphicFrameChg chg="add del mod modGraphic">
          <ac:chgData name="Annie Stone" userId="5970d702-5f67-42cc-80b9-3118c46204ef" providerId="ADAL" clId="{38F3A999-D72C-462F-964D-00471BEC15E7}" dt="2026-08-12T10:30:16.682" v="847" actId="478"/>
          <ac:graphicFrameMkLst>
            <pc:docMk/>
            <pc:sldMk cId="2009665640" sldId="361"/>
            <ac:graphicFrameMk id="2" creationId="{C37BE94C-E575-912B-6593-021D36699C98}"/>
          </ac:graphicFrameMkLst>
        </pc:graphicFrameChg>
        <pc:graphicFrameChg chg="add mod modGraphic">
          <ac:chgData name="Annie Stone" userId="5970d702-5f67-42cc-80b9-3118c46204ef" providerId="ADAL" clId="{38F3A999-D72C-462F-964D-00471BEC15E7}" dt="2026-08-12T14:26:39.495" v="1038" actId="20577"/>
          <ac:graphicFrameMkLst>
            <pc:docMk/>
            <pc:sldMk cId="2009665640" sldId="361"/>
            <ac:graphicFrameMk id="3" creationId="{B297434C-64E3-97A9-CCDF-0BC139121FD6}"/>
          </ac:graphicFrameMkLst>
        </pc:graphicFrameChg>
        <pc:graphicFrameChg chg="add mod modGraphic">
          <ac:chgData name="Annie Stone" userId="5970d702-5f67-42cc-80b9-3118c46204ef" providerId="ADAL" clId="{38F3A999-D72C-462F-964D-00471BEC15E7}" dt="2026-08-12T14:27:17.359" v="1069" actId="20577"/>
          <ac:graphicFrameMkLst>
            <pc:docMk/>
            <pc:sldMk cId="2009665640" sldId="361"/>
            <ac:graphicFrameMk id="5" creationId="{D5913B52-DBE1-5D44-28D5-8EEED2E48D10}"/>
          </ac:graphicFrameMkLst>
        </pc:graphicFrameChg>
        <pc:graphicFrameChg chg="del">
          <ac:chgData name="Annie Stone" userId="5970d702-5f67-42cc-80b9-3118c46204ef" providerId="ADAL" clId="{38F3A999-D72C-462F-964D-00471BEC15E7}" dt="2026-08-12T10:26:08.111" v="815" actId="478"/>
          <ac:graphicFrameMkLst>
            <pc:docMk/>
            <pc:sldMk cId="2009665640" sldId="361"/>
            <ac:graphicFrameMk id="41" creationId="{68D2B689-7286-46BD-B86F-7B75A514C23A}"/>
          </ac:graphicFrameMkLst>
        </pc:graphicFrameChg>
      </pc:sldChg>
      <pc:sldChg chg="addSp delSp modSp mod ord">
        <pc:chgData name="Annie Stone" userId="5970d702-5f67-42cc-80b9-3118c46204ef" providerId="ADAL" clId="{38F3A999-D72C-462F-964D-00471BEC15E7}" dt="2026-08-12T14:30:55.203" v="1312" actId="20577"/>
        <pc:sldMkLst>
          <pc:docMk/>
          <pc:sldMk cId="3865598275" sldId="362"/>
        </pc:sldMkLst>
        <pc:spChg chg="add mod">
          <ac:chgData name="Annie Stone" userId="5970d702-5f67-42cc-80b9-3118c46204ef" providerId="ADAL" clId="{38F3A999-D72C-462F-964D-00471BEC15E7}" dt="2026-08-06T09:07:29.758" v="679"/>
          <ac:spMkLst>
            <pc:docMk/>
            <pc:sldMk cId="3865598275" sldId="362"/>
            <ac:spMk id="31" creationId="{7140BAC1-CF56-37E3-5CB2-A9DB7EEC5074}"/>
          </ac:spMkLst>
        </pc:spChg>
        <pc:spChg chg="add mod">
          <ac:chgData name="Annie Stone" userId="5970d702-5f67-42cc-80b9-3118c46204ef" providerId="ADAL" clId="{38F3A999-D72C-462F-964D-00471BEC15E7}" dt="2026-08-06T09:07:29.758" v="679"/>
          <ac:spMkLst>
            <pc:docMk/>
            <pc:sldMk cId="3865598275" sldId="362"/>
            <ac:spMk id="32" creationId="{EBF2330A-CF64-1697-01A2-CED7CFDCA2C8}"/>
          </ac:spMkLst>
        </pc:spChg>
        <pc:spChg chg="add mod">
          <ac:chgData name="Annie Stone" userId="5970d702-5f67-42cc-80b9-3118c46204ef" providerId="ADAL" clId="{38F3A999-D72C-462F-964D-00471BEC15E7}" dt="2026-08-06T09:07:29.758" v="679"/>
          <ac:spMkLst>
            <pc:docMk/>
            <pc:sldMk cId="3865598275" sldId="362"/>
            <ac:spMk id="33" creationId="{3DDEF5B0-18E8-11BF-DDAB-3B08BD4210DA}"/>
          </ac:spMkLst>
        </pc:spChg>
        <pc:spChg chg="add mod">
          <ac:chgData name="Annie Stone" userId="5970d702-5f67-42cc-80b9-3118c46204ef" providerId="ADAL" clId="{38F3A999-D72C-462F-964D-00471BEC15E7}" dt="2026-08-06T09:07:29.758" v="679"/>
          <ac:spMkLst>
            <pc:docMk/>
            <pc:sldMk cId="3865598275" sldId="362"/>
            <ac:spMk id="34" creationId="{DE938A5A-B889-6D8B-C6F8-EA847F0767F4}"/>
          </ac:spMkLst>
        </pc:spChg>
        <pc:spChg chg="add mod">
          <ac:chgData name="Annie Stone" userId="5970d702-5f67-42cc-80b9-3118c46204ef" providerId="ADAL" clId="{38F3A999-D72C-462F-964D-00471BEC15E7}" dt="2026-08-06T09:07:29.758" v="679"/>
          <ac:spMkLst>
            <pc:docMk/>
            <pc:sldMk cId="3865598275" sldId="362"/>
            <ac:spMk id="35" creationId="{4EA2EC23-E526-BE11-7460-2B879EE6C1E7}"/>
          </ac:spMkLst>
        </pc:spChg>
        <pc:graphicFrameChg chg="modGraphic">
          <ac:chgData name="Annie Stone" userId="5970d702-5f67-42cc-80b9-3118c46204ef" providerId="ADAL" clId="{38F3A999-D72C-462F-964D-00471BEC15E7}" dt="2026-08-12T14:30:55.203" v="1312" actId="20577"/>
          <ac:graphicFrameMkLst>
            <pc:docMk/>
            <pc:sldMk cId="3865598275" sldId="362"/>
            <ac:graphicFrameMk id="19" creationId="{C1AA3813-4D6A-EC61-26C6-B2DD9AB580FF}"/>
          </ac:graphicFrameMkLst>
        </pc:graphicFrameChg>
        <pc:graphicFrameChg chg="add mod modGraphic">
          <ac:chgData name="Annie Stone" userId="5970d702-5f67-42cc-80b9-3118c46204ef" providerId="ADAL" clId="{38F3A999-D72C-462F-964D-00471BEC15E7}" dt="2026-08-12T14:20:13.504" v="918" actId="20577"/>
          <ac:graphicFrameMkLst>
            <pc:docMk/>
            <pc:sldMk cId="3865598275" sldId="362"/>
            <ac:graphicFrameMk id="36" creationId="{7D74797A-8529-C170-1F6D-20E12B69DD16}"/>
          </ac:graphicFrameMkLst>
        </pc:graphicFrameChg>
      </pc:sldChg>
      <pc:sldChg chg="modSp mod">
        <pc:chgData name="Annie Stone" userId="5970d702-5f67-42cc-80b9-3118c46204ef" providerId="ADAL" clId="{38F3A999-D72C-462F-964D-00471BEC15E7}" dt="2026-08-12T14:29:59.848" v="1222" actId="20577"/>
        <pc:sldMkLst>
          <pc:docMk/>
          <pc:sldMk cId="1137110841" sldId="365"/>
        </pc:sldMkLst>
        <pc:spChg chg="mod">
          <ac:chgData name="Annie Stone" userId="5970d702-5f67-42cc-80b9-3118c46204ef" providerId="ADAL" clId="{38F3A999-D72C-462F-964D-00471BEC15E7}" dt="2026-08-12T14:29:59.848" v="1222" actId="20577"/>
          <ac:spMkLst>
            <pc:docMk/>
            <pc:sldMk cId="1137110841" sldId="365"/>
            <ac:spMk id="4" creationId="{1AD2C048-6423-87F4-8FA7-63492F44EC3A}"/>
          </ac:spMkLst>
        </pc:spChg>
      </pc:sldChg>
      <pc:sldChg chg="modSp mod">
        <pc:chgData name="Annie Stone" userId="5970d702-5f67-42cc-80b9-3118c46204ef" providerId="ADAL" clId="{38F3A999-D72C-462F-964D-00471BEC15E7}" dt="2026-08-12T14:28:27.302" v="1185" actId="6549"/>
        <pc:sldMkLst>
          <pc:docMk/>
          <pc:sldMk cId="4047225936" sldId="366"/>
        </pc:sldMkLst>
        <pc:spChg chg="mod">
          <ac:chgData name="Annie Stone" userId="5970d702-5f67-42cc-80b9-3118c46204ef" providerId="ADAL" clId="{38F3A999-D72C-462F-964D-00471BEC15E7}" dt="2026-08-12T14:28:27.302" v="1185" actId="6549"/>
          <ac:spMkLst>
            <pc:docMk/>
            <pc:sldMk cId="4047225936" sldId="366"/>
            <ac:spMk id="4" creationId="{691123E4-D3C5-C5D1-340A-64ECB276E28A}"/>
          </ac:spMkLst>
        </pc:spChg>
      </pc:sldChg>
      <pc:sldChg chg="add del setBg">
        <pc:chgData name="Annie Stone" userId="5970d702-5f67-42cc-80b9-3118c46204ef" providerId="ADAL" clId="{38F3A999-D72C-462F-964D-00471BEC15E7}" dt="2026-08-12T14:54:51.567" v="1321"/>
        <pc:sldMkLst>
          <pc:docMk/>
          <pc:sldMk cId="2139159848" sldId="367"/>
        </pc:sldMkLst>
      </pc:sldChg>
      <pc:sldChg chg="modSp mod">
        <pc:chgData name="Annie Stone" userId="5970d702-5f67-42cc-80b9-3118c46204ef" providerId="ADAL" clId="{38F3A999-D72C-462F-964D-00471BEC15E7}" dt="2026-08-12T14:31:38.864" v="1314" actId="13926"/>
        <pc:sldMkLst>
          <pc:docMk/>
          <pc:sldMk cId="2531979655" sldId="368"/>
        </pc:sldMkLst>
        <pc:spChg chg="mod">
          <ac:chgData name="Annie Stone" userId="5970d702-5f67-42cc-80b9-3118c46204ef" providerId="ADAL" clId="{38F3A999-D72C-462F-964D-00471BEC15E7}" dt="2026-08-12T14:31:38.864" v="1314" actId="13926"/>
          <ac:spMkLst>
            <pc:docMk/>
            <pc:sldMk cId="2531979655" sldId="368"/>
            <ac:spMk id="5" creationId="{4BFEE7A2-8AEA-4B94-0AA9-9654F58D6003}"/>
          </ac:spMkLst>
        </pc:spChg>
        <pc:spChg chg="mod">
          <ac:chgData name="Annie Stone" userId="5970d702-5f67-42cc-80b9-3118c46204ef" providerId="ADAL" clId="{38F3A999-D72C-462F-964D-00471BEC15E7}" dt="2026-08-12T14:31:38.864" v="1314" actId="13926"/>
          <ac:spMkLst>
            <pc:docMk/>
            <pc:sldMk cId="2531979655" sldId="368"/>
            <ac:spMk id="46" creationId="{58DFD41E-3565-08B3-4343-728F17BBEC37}"/>
          </ac:spMkLst>
        </pc:spChg>
        <pc:graphicFrameChg chg="modGraphic">
          <ac:chgData name="Annie Stone" userId="5970d702-5f67-42cc-80b9-3118c46204ef" providerId="ADAL" clId="{38F3A999-D72C-462F-964D-00471BEC15E7}" dt="2026-08-12T14:28:50.448" v="1199" actId="20577"/>
          <ac:graphicFrameMkLst>
            <pc:docMk/>
            <pc:sldMk cId="2531979655" sldId="368"/>
            <ac:graphicFrameMk id="18" creationId="{3FE0C5B2-9A4E-5B26-94E8-BCC54A39512C}"/>
          </ac:graphicFrameMkLst>
        </pc:graphicFrameChg>
        <pc:graphicFrameChg chg="modGraphic">
          <ac:chgData name="Annie Stone" userId="5970d702-5f67-42cc-80b9-3118c46204ef" providerId="ADAL" clId="{38F3A999-D72C-462F-964D-00471BEC15E7}" dt="2026-08-12T14:29:17.653" v="1219" actId="20577"/>
          <ac:graphicFrameMkLst>
            <pc:docMk/>
            <pc:sldMk cId="2531979655" sldId="368"/>
            <ac:graphicFrameMk id="40" creationId="{1A22C783-8809-C673-24DA-716BE0BD0C41}"/>
          </ac:graphicFrameMkLst>
        </pc:graphicFrameChg>
      </pc:sldChg>
      <pc:sldChg chg="add del">
        <pc:chgData name="Annie Stone" userId="5970d702-5f67-42cc-80b9-3118c46204ef" providerId="ADAL" clId="{38F3A999-D72C-462F-964D-00471BEC15E7}" dt="2026-08-12T14:54:29.040" v="1317"/>
        <pc:sldMkLst>
          <pc:docMk/>
          <pc:sldMk cId="2909184053" sldId="370"/>
        </pc:sldMkLst>
      </pc:sldChg>
      <pc:sldMasterChg chg="delSldLayout">
        <pc:chgData name="Annie Stone" userId="5970d702-5f67-42cc-80b9-3118c46204ef" providerId="ADAL" clId="{38F3A999-D72C-462F-964D-00471BEC15E7}" dt="2026-08-12T14:54:25.905" v="1315" actId="47"/>
        <pc:sldMasterMkLst>
          <pc:docMk/>
          <pc:sldMasterMk cId="338136236" sldId="2147483726"/>
        </pc:sldMasterMkLst>
        <pc:sldLayoutChg chg="del">
          <pc:chgData name="Annie Stone" userId="5970d702-5f67-42cc-80b9-3118c46204ef" providerId="ADAL" clId="{38F3A999-D72C-462F-964D-00471BEC15E7}" dt="2026-08-12T14:54:25.905" v="1315" actId="47"/>
          <pc:sldLayoutMkLst>
            <pc:docMk/>
            <pc:sldMasterMk cId="338136236" sldId="2147483726"/>
            <pc:sldLayoutMk cId="4242148988" sldId="2147483760"/>
          </pc:sldLayoutMkLst>
        </pc:sldLayoutChg>
      </pc:sldMasterChg>
    </pc:docChg>
  </pc:docChgLst>
  <pc:docChgLst>
    <pc:chgData name="Daria Koren" userId="865e8f8f-3032-4eae-9985-514025f16139" providerId="ADAL" clId="{2A638912-AEBD-51B9-B5D9-0651E5CFD4B6}"/>
    <pc:docChg chg="undo custSel modSld">
      <pc:chgData name="Daria Koren" userId="865e8f8f-3032-4eae-9985-514025f16139" providerId="ADAL" clId="{2A638912-AEBD-51B9-B5D9-0651E5CFD4B6}" dt="2026-08-13T05:41:17.143" v="358" actId="20577"/>
      <pc:docMkLst>
        <pc:docMk/>
      </pc:docMkLst>
      <pc:sldChg chg="modSp mod">
        <pc:chgData name="Daria Koren" userId="865e8f8f-3032-4eae-9985-514025f16139" providerId="ADAL" clId="{2A638912-AEBD-51B9-B5D9-0651E5CFD4B6}" dt="2026-08-13T05:41:17.143" v="358" actId="20577"/>
        <pc:sldMkLst>
          <pc:docMk/>
          <pc:sldMk cId="0" sldId="256"/>
        </pc:sldMkLst>
        <pc:spChg chg="mod">
          <ac:chgData name="Daria Koren" userId="865e8f8f-3032-4eae-9985-514025f16139" providerId="ADAL" clId="{2A638912-AEBD-51B9-B5D9-0651E5CFD4B6}" dt="2026-08-13T05:24:52.903" v="141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aria Koren" userId="865e8f8f-3032-4eae-9985-514025f16139" providerId="ADAL" clId="{2A638912-AEBD-51B9-B5D9-0651E5CFD4B6}" dt="2026-08-13T05:41:17.143" v="358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Daria Koren" userId="865e8f8f-3032-4eae-9985-514025f16139" providerId="ADAL" clId="{2A638912-AEBD-51B9-B5D9-0651E5CFD4B6}" dt="2026-08-13T05:25:17.003" v="146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Daria Koren" userId="865e8f8f-3032-4eae-9985-514025f16139" providerId="ADAL" clId="{2A638912-AEBD-51B9-B5D9-0651E5CFD4B6}" dt="2026-08-13T05:26:02.620" v="192" actId="20577"/>
          <ac:spMkLst>
            <pc:docMk/>
            <pc:sldMk cId="0" sldId="256"/>
            <ac:spMk id="25" creationId="{00000000-0000-0000-0000-000000000000}"/>
          </ac:spMkLst>
        </pc:spChg>
      </pc:sldChg>
      <pc:sldChg chg="modSp mod">
        <pc:chgData name="Daria Koren" userId="865e8f8f-3032-4eae-9985-514025f16139" providerId="ADAL" clId="{2A638912-AEBD-51B9-B5D9-0651E5CFD4B6}" dt="2026-08-07T08:50:27.429" v="51" actId="20577"/>
        <pc:sldMkLst>
          <pc:docMk/>
          <pc:sldMk cId="3781822973" sldId="350"/>
        </pc:sldMkLst>
        <pc:graphicFrameChg chg="modGraphic">
          <ac:chgData name="Daria Koren" userId="865e8f8f-3032-4eae-9985-514025f16139" providerId="ADAL" clId="{2A638912-AEBD-51B9-B5D9-0651E5CFD4B6}" dt="2026-08-07T08:50:27.429" v="51" actId="20577"/>
          <ac:graphicFrameMkLst>
            <pc:docMk/>
            <pc:sldMk cId="3781822973" sldId="350"/>
            <ac:graphicFrameMk id="2" creationId="{92760A38-7B54-5547-8004-34ED962010D2}"/>
          </ac:graphicFrameMkLst>
        </pc:graphicFrameChg>
      </pc:sldChg>
      <pc:sldChg chg="modSp mod">
        <pc:chgData name="Daria Koren" userId="865e8f8f-3032-4eae-9985-514025f16139" providerId="ADAL" clId="{2A638912-AEBD-51B9-B5D9-0651E5CFD4B6}" dt="2026-08-13T05:27:39.711" v="332" actId="20577"/>
        <pc:sldMkLst>
          <pc:docMk/>
          <pc:sldMk cId="2524055638" sldId="360"/>
        </pc:sldMkLst>
        <pc:spChg chg="mod">
          <ac:chgData name="Daria Koren" userId="865e8f8f-3032-4eae-9985-514025f16139" providerId="ADAL" clId="{2A638912-AEBD-51B9-B5D9-0651E5CFD4B6}" dt="2026-08-13T05:27:39.711" v="332" actId="20577"/>
          <ac:spMkLst>
            <pc:docMk/>
            <pc:sldMk cId="2524055638" sldId="360"/>
            <ac:spMk id="7" creationId="{FBE6C306-500C-64B8-1060-E6E1767F3F3A}"/>
          </ac:spMkLst>
        </pc:spChg>
        <pc:spChg chg="mod">
          <ac:chgData name="Daria Koren" userId="865e8f8f-3032-4eae-9985-514025f16139" providerId="ADAL" clId="{2A638912-AEBD-51B9-B5D9-0651E5CFD4B6}" dt="2026-08-13T05:27:32.692" v="311" actId="20577"/>
          <ac:spMkLst>
            <pc:docMk/>
            <pc:sldMk cId="2524055638" sldId="360"/>
            <ac:spMk id="28" creationId="{E13EC8C1-50DD-9F85-4A18-9C526A231B84}"/>
          </ac:spMkLst>
        </pc:spChg>
        <pc:spChg chg="mod">
          <ac:chgData name="Daria Koren" userId="865e8f8f-3032-4eae-9985-514025f16139" providerId="ADAL" clId="{2A638912-AEBD-51B9-B5D9-0651E5CFD4B6}" dt="2026-08-13T05:26:27.723" v="208" actId="20577"/>
          <ac:spMkLst>
            <pc:docMk/>
            <pc:sldMk cId="2524055638" sldId="360"/>
            <ac:spMk id="36" creationId="{D3A63D3D-B17C-BBA5-DB0D-918ADB0FAAFB}"/>
          </ac:spMkLst>
        </pc:spChg>
      </pc:sldChg>
      <pc:sldChg chg="modSp mod">
        <pc:chgData name="Daria Koren" userId="865e8f8f-3032-4eae-9985-514025f16139" providerId="ADAL" clId="{2A638912-AEBD-51B9-B5D9-0651E5CFD4B6}" dt="2026-08-13T05:27:54.712" v="351" actId="20577"/>
        <pc:sldMkLst>
          <pc:docMk/>
          <pc:sldMk cId="2009665640" sldId="361"/>
        </pc:sldMkLst>
        <pc:spChg chg="mod">
          <ac:chgData name="Daria Koren" userId="865e8f8f-3032-4eae-9985-514025f16139" providerId="ADAL" clId="{2A638912-AEBD-51B9-B5D9-0651E5CFD4B6}" dt="2026-08-07T09:37:56.381" v="123" actId="20577"/>
          <ac:spMkLst>
            <pc:docMk/>
            <pc:sldMk cId="2009665640" sldId="361"/>
            <ac:spMk id="4" creationId="{AFC453EE-7A1B-C104-71EF-F46A124AFC4A}"/>
          </ac:spMkLst>
        </pc:spChg>
        <pc:spChg chg="mod">
          <ac:chgData name="Daria Koren" userId="865e8f8f-3032-4eae-9985-514025f16139" providerId="ADAL" clId="{2A638912-AEBD-51B9-B5D9-0651E5CFD4B6}" dt="2026-08-13T05:27:54.712" v="351" actId="20577"/>
          <ac:spMkLst>
            <pc:docMk/>
            <pc:sldMk cId="2009665640" sldId="361"/>
            <ac:spMk id="6" creationId="{0FDBFF03-A019-D72A-4B12-2EE8C1A24589}"/>
          </ac:spMkLst>
        </pc:spChg>
        <pc:spChg chg="mod">
          <ac:chgData name="Daria Koren" userId="865e8f8f-3032-4eae-9985-514025f16139" providerId="ADAL" clId="{2A638912-AEBD-51B9-B5D9-0651E5CFD4B6}" dt="2026-08-07T09:13:16.068" v="71" actId="13926"/>
          <ac:spMkLst>
            <pc:docMk/>
            <pc:sldMk cId="2009665640" sldId="361"/>
            <ac:spMk id="8" creationId="{44C1E57B-73D1-BC8F-9F3E-31DC1BD1D2F4}"/>
          </ac:spMkLst>
        </pc:spChg>
      </pc:sldChg>
      <pc:sldChg chg="modSp mod">
        <pc:chgData name="Daria Koren" userId="865e8f8f-3032-4eae-9985-514025f16139" providerId="ADAL" clId="{2A638912-AEBD-51B9-B5D9-0651E5CFD4B6}" dt="2026-08-13T05:27:25.750" v="292" actId="20577"/>
        <pc:sldMkLst>
          <pc:docMk/>
          <pc:sldMk cId="3865598275" sldId="362"/>
        </pc:sldMkLst>
        <pc:spChg chg="mod">
          <ac:chgData name="Daria Koren" userId="865e8f8f-3032-4eae-9985-514025f16139" providerId="ADAL" clId="{2A638912-AEBD-51B9-B5D9-0651E5CFD4B6}" dt="2026-08-13T05:27:25.750" v="292" actId="20577"/>
          <ac:spMkLst>
            <pc:docMk/>
            <pc:sldMk cId="3865598275" sldId="362"/>
            <ac:spMk id="4" creationId="{ACCC7870-2302-9F1E-0ED1-47A88868C1ED}"/>
          </ac:spMkLst>
        </pc:spChg>
        <pc:spChg chg="mod">
          <ac:chgData name="Daria Koren" userId="865e8f8f-3032-4eae-9985-514025f16139" providerId="ADAL" clId="{2A638912-AEBD-51B9-B5D9-0651E5CFD4B6}" dt="2026-08-13T05:26:37.326" v="233" actId="20577"/>
          <ac:spMkLst>
            <pc:docMk/>
            <pc:sldMk cId="3865598275" sldId="362"/>
            <ac:spMk id="10" creationId="{9DD7A75F-5C03-7E34-760F-F7AB01E1895D}"/>
          </ac:spMkLst>
        </pc:spChg>
        <pc:spChg chg="mod">
          <ac:chgData name="Daria Koren" userId="865e8f8f-3032-4eae-9985-514025f16139" providerId="ADAL" clId="{2A638912-AEBD-51B9-B5D9-0651E5CFD4B6}" dt="2026-08-13T05:27:20.795" v="272" actId="20577"/>
          <ac:spMkLst>
            <pc:docMk/>
            <pc:sldMk cId="3865598275" sldId="362"/>
            <ac:spMk id="33" creationId="{3DDEF5B0-18E8-11BF-DDAB-3B08BD4210DA}"/>
          </ac:spMkLst>
        </pc:spChg>
      </pc:sldChg>
      <pc:sldChg chg="addSp delSp modSp mod">
        <pc:chgData name="Daria Koren" userId="865e8f8f-3032-4eae-9985-514025f16139" providerId="ADAL" clId="{2A638912-AEBD-51B9-B5D9-0651E5CFD4B6}" dt="2026-08-13T05:28:56.076" v="354"/>
        <pc:sldMkLst>
          <pc:docMk/>
          <pc:sldMk cId="2531979655" sldId="368"/>
        </pc:sldMkLst>
        <pc:spChg chg="add del mod">
          <ac:chgData name="Daria Koren" userId="865e8f8f-3032-4eae-9985-514025f16139" providerId="ADAL" clId="{2A638912-AEBD-51B9-B5D9-0651E5CFD4B6}" dt="2026-08-13T05:28:56.076" v="354"/>
          <ac:spMkLst>
            <pc:docMk/>
            <pc:sldMk cId="2531979655" sldId="368"/>
            <ac:spMk id="6" creationId="{01A9D34D-73C2-2948-D292-15879522573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519B"/>
              </a:solidFill>
              <a:ln w="9525" cap="flat">
                <a:solidFill>
                  <a:srgbClr val="FBF9E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9-48E1-B7A7-80AC907D4839}"/>
              </c:ext>
            </c:extLst>
          </c:dPt>
          <c:dPt>
            <c:idx val="1"/>
            <c:bubble3D val="0"/>
            <c:spPr>
              <a:solidFill>
                <a:srgbClr val="E0DFD5"/>
              </a:solidFill>
              <a:ln w="9525" cap="flat">
                <a:solidFill>
                  <a:srgbClr val="FBF9E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9-48E1-B7A7-80AC907D4839}"/>
              </c:ext>
            </c:extLst>
          </c:dPt>
          <c:cat>
            <c:strRef>
              <c:f>Sheet1!$A$2:$A$3</c:f>
              <c:strCache>
                <c:ptCount val="2"/>
                <c:pt idx="0">
                  <c:v>value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19-48E1-B7A7-80AC907D4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38545"/>
              </a:solidFill>
              <a:ln w="9525" cap="flat">
                <a:solidFill>
                  <a:srgbClr val="FBF9E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32-4951-804C-4CBD88BED67E}"/>
              </c:ext>
            </c:extLst>
          </c:dPt>
          <c:dPt>
            <c:idx val="1"/>
            <c:bubble3D val="0"/>
            <c:spPr>
              <a:solidFill>
                <a:srgbClr val="E0DFD5"/>
              </a:solidFill>
              <a:ln w="9525" cap="flat">
                <a:solidFill>
                  <a:srgbClr val="FBF9E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32-4951-804C-4CBD88BED67E}"/>
              </c:ext>
            </c:extLst>
          </c:dPt>
          <c:cat>
            <c:strRef>
              <c:f>Sheet1!$A$2:$A$3</c:f>
              <c:strCache>
                <c:ptCount val="2"/>
                <c:pt idx="0">
                  <c:v>value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32-4951-804C-4CBD88BED6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F2C2C"/>
              </a:solidFill>
              <a:ln w="9525" cap="flat">
                <a:solidFill>
                  <a:srgbClr val="FBF9E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25-4DAD-9190-A101B1CFA3ED}"/>
              </c:ext>
            </c:extLst>
          </c:dPt>
          <c:dPt>
            <c:idx val="1"/>
            <c:bubble3D val="0"/>
            <c:spPr>
              <a:solidFill>
                <a:srgbClr val="E0DFD5"/>
              </a:solidFill>
              <a:ln w="9525" cap="flat">
                <a:solidFill>
                  <a:srgbClr val="FBF9E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25-4DAD-9190-A101B1CFA3ED}"/>
              </c:ext>
            </c:extLst>
          </c:dPt>
          <c:cat>
            <c:strRef>
              <c:f>Sheet1!$A$2:$A$3</c:f>
              <c:strCache>
                <c:ptCount val="2"/>
                <c:pt idx="0">
                  <c:v>value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25-4DAD-9190-A101B1CFA3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771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80BF0-2008-09A0-ADC2-F6ECDCDF1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1E2A8-7DB3-D25C-AF23-8EA95D90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F19C5-52D2-69DF-DB79-C8872F775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A3CE0-87A6-9BC6-C4B4-1CA8D5A50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31FB9-C95D-E34D-AD2D-459EDC5B54C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355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1E8D-DE40-81DB-4082-41A93284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7EAD1-2432-A4A3-D2A9-3B3D9215B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CC043-BC3A-6DC1-E8EC-65D375373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D5D2B-3461-2530-197E-B2C38A1042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979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C8C98-09C3-33D4-AE98-6DD96D58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640EC-A38A-E741-CB0D-4467C6A21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5A076-56D6-AE3B-F74D-C59B4E7DD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41FB3-B414-1E24-90D2-69F8F5F101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510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CA26-D8F8-5CD6-9E62-E85B2196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8D568-233E-62E1-1A94-AA401CCC8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72F68-DBCE-B15D-107D-8C17837AC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FC2AD-FE86-B227-7DD0-B95E69BCEB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156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3A9D-C73F-4AB9-5997-47E7F9DD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6CA10-1342-3751-F4AB-A18253D94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E17F5-F4C4-43B0-647E-3291AB6CE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B8661-77DD-C35C-33AA-D4931CBC2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765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FD46-3A41-BBA2-3C76-D7B231C3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A43BD-9CC1-4B4D-3931-FD01642FE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878EF-F341-0A29-60E9-FC41499A8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A0343-C2E9-F118-DB26-B85E781BE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79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hyperlink" Target="https://uk.linkedin.com/company/praeva-partners" TargetMode="External"/><Relationship Id="rId2" Type="http://schemas.openxmlformats.org/officeDocument/2006/relationships/hyperlink" Target="http://www.praevapartners.com/" TargetMode="External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82B0E23-5266-8EA3-D681-363F7B756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6199" y="211725"/>
            <a:ext cx="4243664" cy="547931"/>
          </a:xfrm>
        </p:spPr>
        <p:txBody>
          <a:bodyPr>
            <a:noAutofit/>
          </a:bodyPr>
          <a:lstStyle>
            <a:lvl1pPr marL="0" indent="0" algn="r">
              <a:buNone/>
              <a:defRPr sz="1949" b="1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8658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82B0E23-5266-8EA3-D681-363F7B756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6199" y="211725"/>
            <a:ext cx="4243664" cy="547931"/>
          </a:xfrm>
        </p:spPr>
        <p:txBody>
          <a:bodyPr/>
          <a:lstStyle>
            <a:lvl1pPr marL="0" indent="0" algn="r">
              <a:buNone/>
              <a:defRPr sz="1949" b="1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2217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00FC3-E55C-CEEF-3116-FC20C4334567}"/>
              </a:ext>
            </a:extLst>
          </p:cNvPr>
          <p:cNvSpPr txBox="1">
            <a:spLocks/>
          </p:cNvSpPr>
          <p:nvPr/>
        </p:nvSpPr>
        <p:spPr>
          <a:xfrm>
            <a:off x="651350" y="1689341"/>
            <a:ext cx="4243664" cy="5479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9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5737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032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7180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Praeva Partners Limited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Mercury House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117 Waterloo Road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London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SE1 8UL</a:t>
            </a:r>
          </a:p>
        </p:txBody>
      </p:sp>
    </p:spTree>
    <p:extLst>
      <p:ext uri="{BB962C8B-B14F-4D97-AF65-F5344CB8AC3E}">
        <p14:creationId xmlns:p14="http://schemas.microsoft.com/office/powerpoint/2010/main" val="3192260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696" y="459319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41146992-F186-2068-BF26-0C5BA87F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19" y="2103438"/>
            <a:ext cx="5745947" cy="1325563"/>
          </a:xfrm>
        </p:spPr>
        <p:txBody>
          <a:bodyPr/>
          <a:lstStyle>
            <a:lvl1pPr>
              <a:defRPr sz="23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88B428-33C6-9EFC-20AD-4FC9709489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77696" y="5226192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B84BC4-2A4E-1A31-607D-7549C36510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577696" y="585919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D0F883-B5C4-8F3C-DFAB-574DD4A7B07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63593" y="4593194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CD2017-F128-DC0F-5B6E-64D7BE23D02E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63591" y="5226193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773E8C5-FBFD-CD1C-5577-1A4B74F2B0E9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63591" y="585919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13B7F84-57EF-E5AB-D9D1-4D2202D8E55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60156" y="459319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068F8E2-9656-D299-0509-3AC70DB55E4E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60156" y="5226192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8A5BC17-85FF-746A-2997-46C91B17375A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360156" y="585919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C268D8F-8D11-DA4A-5190-61CAEEAF46C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22495" y="4593194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9B44DF4-F35C-1856-5B05-A2641681A31B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5422493" y="5226193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4D2E6E0-02EF-0AF1-66F8-0AA620877233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5422493" y="585919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B47D6-D4D7-A9AB-9575-6539FAE4E368}"/>
              </a:ext>
            </a:extLst>
          </p:cNvPr>
          <p:cNvSpPr txBox="1"/>
          <p:nvPr/>
        </p:nvSpPr>
        <p:spPr>
          <a:xfrm>
            <a:off x="663590" y="3949513"/>
            <a:ext cx="35421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799" b="1" i="0">
                <a:latin typeface="PP Neue Montreal" pitchFamily="2" charset="77"/>
                <a:ea typeface="PP Neue Montreal" pitchFamily="2" charset="77"/>
              </a:rPr>
              <a:t>Agenda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3139F9-0C6E-6D55-6BD7-EF8246D35496}"/>
              </a:ext>
            </a:extLst>
          </p:cNvPr>
          <p:cNvCxnSpPr>
            <a:cxnSpLocks/>
          </p:cNvCxnSpPr>
          <p:nvPr/>
        </p:nvCxnSpPr>
        <p:spPr>
          <a:xfrm>
            <a:off x="663590" y="441429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7B70E6-71A2-E333-1891-BCD12E16425B}"/>
              </a:ext>
            </a:extLst>
          </p:cNvPr>
          <p:cNvCxnSpPr>
            <a:cxnSpLocks/>
          </p:cNvCxnSpPr>
          <p:nvPr/>
        </p:nvCxnSpPr>
        <p:spPr>
          <a:xfrm>
            <a:off x="663590" y="507593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5CB2DE-3CE4-4D71-7D91-0918FFD5FC22}"/>
              </a:ext>
            </a:extLst>
          </p:cNvPr>
          <p:cNvCxnSpPr>
            <a:cxnSpLocks/>
          </p:cNvCxnSpPr>
          <p:nvPr/>
        </p:nvCxnSpPr>
        <p:spPr>
          <a:xfrm>
            <a:off x="5419575" y="441429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7D38DA-E15D-9ED6-C011-31A642B54652}"/>
              </a:ext>
            </a:extLst>
          </p:cNvPr>
          <p:cNvCxnSpPr>
            <a:cxnSpLocks/>
          </p:cNvCxnSpPr>
          <p:nvPr/>
        </p:nvCxnSpPr>
        <p:spPr>
          <a:xfrm>
            <a:off x="663590" y="573756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05EA86-B77A-6169-13E6-FCC7319E3A9F}"/>
              </a:ext>
            </a:extLst>
          </p:cNvPr>
          <p:cNvCxnSpPr>
            <a:cxnSpLocks/>
          </p:cNvCxnSpPr>
          <p:nvPr/>
        </p:nvCxnSpPr>
        <p:spPr>
          <a:xfrm>
            <a:off x="5419575" y="573756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D629A8-D6FE-2244-64BD-33C285C1553E}"/>
              </a:ext>
            </a:extLst>
          </p:cNvPr>
          <p:cNvCxnSpPr>
            <a:cxnSpLocks/>
          </p:cNvCxnSpPr>
          <p:nvPr/>
        </p:nvCxnSpPr>
        <p:spPr>
          <a:xfrm>
            <a:off x="5419575" y="507593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lide Number Placeholder 6">
            <a:extLst>
              <a:ext uri="{FF2B5EF4-FFF2-40B4-BE49-F238E27FC236}">
                <a16:creationId xmlns:a16="http://schemas.microsoft.com/office/drawing/2014/main" id="{D77902B8-379E-4E96-A2C2-9B4E07BA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72461" y="6356351"/>
            <a:ext cx="2159308" cy="360000"/>
          </a:xfrm>
        </p:spPr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2" name="Picture 1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A36601-F1AB-C569-7A33-A90406F9B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992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00">
          <p15:clr>
            <a:srgbClr val="FBAE40"/>
          </p15:clr>
        </p15:guide>
        <p15:guide id="2" pos="3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696" y="1892524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88B428-33C6-9EFC-20AD-4FC9709489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77696" y="252552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B84BC4-2A4E-1A31-607D-7549C36510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577696" y="3158521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D0F883-B5C4-8F3C-DFAB-574DD4A7B07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63593" y="1892525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CD2017-F128-DC0F-5B6E-64D7BE23D02E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63591" y="2525524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773E8C5-FBFD-CD1C-5577-1A4B74F2B0E9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63591" y="3158522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13B7F84-57EF-E5AB-D9D1-4D2202D8E55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60156" y="1892524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068F8E2-9656-D299-0509-3AC70DB55E4E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60156" y="252552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8A5BC17-85FF-746A-2997-46C91B17375A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360156" y="3158521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C268D8F-8D11-DA4A-5190-61CAEEAF46C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22495" y="1892525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9B44DF4-F35C-1856-5B05-A2641681A31B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5422493" y="2525524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4D2E6E0-02EF-0AF1-66F8-0AA620877233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5422493" y="3158522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B47D6-D4D7-A9AB-9575-6539FAE4E368}"/>
              </a:ext>
            </a:extLst>
          </p:cNvPr>
          <p:cNvSpPr txBox="1"/>
          <p:nvPr/>
        </p:nvSpPr>
        <p:spPr>
          <a:xfrm>
            <a:off x="663590" y="1248844"/>
            <a:ext cx="35421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799" b="1" i="0">
                <a:latin typeface="PP Neue Montreal" pitchFamily="2" charset="77"/>
                <a:ea typeface="PP Neue Montreal" pitchFamily="2" charset="77"/>
              </a:rPr>
              <a:t>Agenda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3139F9-0C6E-6D55-6BD7-EF8246D35496}"/>
              </a:ext>
            </a:extLst>
          </p:cNvPr>
          <p:cNvCxnSpPr>
            <a:cxnSpLocks/>
          </p:cNvCxnSpPr>
          <p:nvPr/>
        </p:nvCxnSpPr>
        <p:spPr>
          <a:xfrm>
            <a:off x="663590" y="1713622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7B70E6-71A2-E333-1891-BCD12E16425B}"/>
              </a:ext>
            </a:extLst>
          </p:cNvPr>
          <p:cNvCxnSpPr>
            <a:cxnSpLocks/>
          </p:cNvCxnSpPr>
          <p:nvPr/>
        </p:nvCxnSpPr>
        <p:spPr>
          <a:xfrm>
            <a:off x="663590" y="237526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5CB2DE-3CE4-4D71-7D91-0918FFD5FC22}"/>
              </a:ext>
            </a:extLst>
          </p:cNvPr>
          <p:cNvCxnSpPr>
            <a:cxnSpLocks/>
          </p:cNvCxnSpPr>
          <p:nvPr/>
        </p:nvCxnSpPr>
        <p:spPr>
          <a:xfrm>
            <a:off x="5419575" y="1713622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7D38DA-E15D-9ED6-C011-31A642B54652}"/>
              </a:ext>
            </a:extLst>
          </p:cNvPr>
          <p:cNvCxnSpPr>
            <a:cxnSpLocks/>
          </p:cNvCxnSpPr>
          <p:nvPr/>
        </p:nvCxnSpPr>
        <p:spPr>
          <a:xfrm>
            <a:off x="663590" y="303690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05EA86-B77A-6169-13E6-FCC7319E3A9F}"/>
              </a:ext>
            </a:extLst>
          </p:cNvPr>
          <p:cNvCxnSpPr>
            <a:cxnSpLocks/>
          </p:cNvCxnSpPr>
          <p:nvPr/>
        </p:nvCxnSpPr>
        <p:spPr>
          <a:xfrm>
            <a:off x="5419575" y="303690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D629A8-D6FE-2244-64BD-33C285C1553E}"/>
              </a:ext>
            </a:extLst>
          </p:cNvPr>
          <p:cNvCxnSpPr>
            <a:cxnSpLocks/>
          </p:cNvCxnSpPr>
          <p:nvPr/>
        </p:nvCxnSpPr>
        <p:spPr>
          <a:xfrm>
            <a:off x="5419575" y="237526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lide Number Placeholder 6">
            <a:extLst>
              <a:ext uri="{FF2B5EF4-FFF2-40B4-BE49-F238E27FC236}">
                <a16:creationId xmlns:a16="http://schemas.microsoft.com/office/drawing/2014/main" id="{D77902B8-379E-4E96-A2C2-9B4E07BA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72461" y="6356351"/>
            <a:ext cx="2159308" cy="360000"/>
          </a:xfrm>
        </p:spPr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2" name="Picture 1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A36601-F1AB-C569-7A33-A90406F9B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3B2652-0F38-E513-9966-9246FD56E5E3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1577696" y="382110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D77476-952F-4DE3-41F3-01863A4D8F6B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63591" y="382110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7652E3-8575-503C-586A-998D3DDA77E8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6360156" y="382110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09A962-64F2-3556-8C91-A86ED2F75BB8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5422493" y="382110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3352CB-7821-1DDD-4907-03DB862B1FB4}"/>
              </a:ext>
            </a:extLst>
          </p:cNvPr>
          <p:cNvCxnSpPr>
            <a:cxnSpLocks/>
          </p:cNvCxnSpPr>
          <p:nvPr/>
        </p:nvCxnSpPr>
        <p:spPr>
          <a:xfrm>
            <a:off x="663590" y="369947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FC1C686-969D-A9E0-968A-F1A3184F38D9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1577696" y="4482739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2E6688-AD57-ED51-4C63-CF1E3013B248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63591" y="4482740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147DFE-4C8A-38D5-9FBB-239536B1243D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6360156" y="4482739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93E8338-775F-431E-5D8C-92FFB0176B5C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5422493" y="4482740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4186F17-C696-3959-7F22-35DE14C0DE81}"/>
              </a:ext>
            </a:extLst>
          </p:cNvPr>
          <p:cNvCxnSpPr>
            <a:cxnSpLocks/>
          </p:cNvCxnSpPr>
          <p:nvPr/>
        </p:nvCxnSpPr>
        <p:spPr>
          <a:xfrm>
            <a:off x="663590" y="4361118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7905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00">
          <p15:clr>
            <a:srgbClr val="FBAE40"/>
          </p15:clr>
        </p15:guide>
        <p15:guide id="2" pos="34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D509E15E-1C77-0207-8D81-65CAEE589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607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78772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2202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3756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2A08AD-E707-71E9-4BC8-305624DC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6968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ECB924D-02D2-4284-62D2-722CA17A1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556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594B4DFB-9364-ACBE-6206-879B727F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21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D509E15E-1C77-0207-8D81-65CAEE589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FE69505-309A-866F-6BA8-CB9C32199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5D5C5A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007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  <p15:guide id="3" pos="33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6CE0E7A-6A66-D1EB-B73E-401698FDE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9D643B4-1138-4ED4-3814-82A13C55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  <a:solidFill>
            <a:schemeClr val="bg2"/>
          </a:solidFill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BCCFDB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8666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A5C88EB-4BB0-9D49-4530-0D04C11B1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2A99EDF-D3AB-DF43-BD03-84FCAAA59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F0C7BF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142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760279-394F-69E8-13C6-C7A53A4E3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DDF78-C08F-2853-98A3-5EE35498A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C5DCC4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213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2A08AD-E707-71E9-4BC8-305624DC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3AE8BD-FEE7-0F8A-4A7B-51374D6C2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DD6833-B7FD-5C07-9479-AE5EC7F78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464448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0883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ECB924D-02D2-4284-62D2-722CA17A1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51E7C82-5842-B23F-FB80-70F473063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56F52E-D599-69C9-2BE2-BFC9C66E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554F46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3207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594B4DFB-9364-ACBE-6206-879B727F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1249275-8E36-E893-9204-C2C5C9B71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23A74D-2860-E1AB-378B-103051B3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4C5149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15858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5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5" y="4820061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829261" y="4820060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211476" y="4820059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D2AABA-9C56-3FD3-2364-1172B89D82B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562880" y="4820059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/>
        </p:nvSpPr>
        <p:spPr>
          <a:xfrm>
            <a:off x="2829261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/>
        </p:nvSpPr>
        <p:spPr>
          <a:xfrm>
            <a:off x="521147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42AEBA-32AF-98AA-6D26-DDB2975DF6A5}"/>
              </a:ext>
            </a:extLst>
          </p:cNvPr>
          <p:cNvSpPr txBox="1"/>
          <p:nvPr/>
        </p:nvSpPr>
        <p:spPr>
          <a:xfrm>
            <a:off x="7562880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4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/>
        </p:nvCxnSpPr>
        <p:spPr>
          <a:xfrm>
            <a:off x="4946829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F514B1-104D-8890-F260-14F801FC3704}"/>
              </a:ext>
            </a:extLst>
          </p:cNvPr>
          <p:cNvCxnSpPr>
            <a:cxnSpLocks/>
          </p:cNvCxnSpPr>
          <p:nvPr/>
        </p:nvCxnSpPr>
        <p:spPr>
          <a:xfrm>
            <a:off x="730026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/>
        </p:nvCxnSpPr>
        <p:spPr>
          <a:xfrm>
            <a:off x="258277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829261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211476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6D59F72-937B-4C1D-9A79-CD78D75FD590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562880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6A85A0FA-AB1C-D27B-620D-8211D3403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9642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4" y="4820061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1135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33166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/>
        </p:nvSpPr>
        <p:spPr>
          <a:xfrm>
            <a:off x="372113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/>
        </p:nvSpPr>
        <p:spPr>
          <a:xfrm>
            <a:off x="693316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/>
        </p:nvCxnSpPr>
        <p:spPr>
          <a:xfrm>
            <a:off x="667555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/>
        </p:nvCxnSpPr>
        <p:spPr>
          <a:xfrm>
            <a:off x="345586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721135" y="4183811"/>
            <a:ext cx="2725830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3316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47D1CA1A-6D51-987B-DC83-4BE2D7AF9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963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4" y="4820061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1135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33166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/>
        </p:nvSpPr>
        <p:spPr>
          <a:xfrm>
            <a:off x="372113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/>
        </p:nvSpPr>
        <p:spPr>
          <a:xfrm>
            <a:off x="693316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/>
        </p:nvCxnSpPr>
        <p:spPr>
          <a:xfrm>
            <a:off x="667555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/>
        </p:nvCxnSpPr>
        <p:spPr>
          <a:xfrm>
            <a:off x="345586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721135" y="4183811"/>
            <a:ext cx="2725830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3316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A3474CC3-531A-F1BA-AC8E-21D7BA09E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8663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DB4-58B6-EC4C-40D1-642BCF5A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63" y="1939482"/>
            <a:ext cx="5882024" cy="1494971"/>
          </a:xfrm>
        </p:spPr>
        <p:txBody>
          <a:bodyPr>
            <a:no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869" y="4635866"/>
            <a:ext cx="9356900" cy="1822677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784E-A2AE-B438-75AB-C4F40B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B675800E-7D63-5457-1F6F-F188F5402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7126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853" y="1122363"/>
            <a:ext cx="7427119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8427-85A2-E4FC-CEEB-C9D816BD6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1949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53E17-8B3B-35C1-69B6-56A8B604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A054D-5FE3-6E8A-C12B-95F2BCCA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1597-509C-3D50-4CFA-0E21FD07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24BD4AE6-459D-18CF-68B2-0834EF53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7298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DB4-58B6-EC4C-40D1-642BCF5A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46B4A-5730-4502-C94B-C375D8FEC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126A-B886-05DB-1731-BE86A68F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784E-A2AE-B438-75AB-C4F40B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759549CE-A265-88B8-1E09-7824A20A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pic>
        <p:nvPicPr>
          <p:cNvPr id="7" name="Picture 6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78C078A6-2F95-D89D-8232-0FAC8988CD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748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362D-CA6C-3593-D6BD-8626016F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62" y="1709739"/>
            <a:ext cx="8541187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38914-CE5F-051F-18E2-0F4F36652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1949">
                <a:solidFill>
                  <a:schemeClr val="tx1">
                    <a:tint val="82000"/>
                  </a:schemeClr>
                </a:solidFill>
              </a:defRPr>
            </a:lvl1pPr>
            <a:lvl2pPr marL="371364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727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09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454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681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18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59954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090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311D0-9695-6911-7A48-681CBBA1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6F098-DA4F-096F-4216-5E8B24D2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9774E-4765-C772-5E03-404863FE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1438C400-06C0-E51C-8F37-8E8CA80E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9355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6594-180A-FC53-74BE-692AC77B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365127"/>
            <a:ext cx="854118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D9F2F-A499-578D-E193-B743FAF96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109" y="1681164"/>
            <a:ext cx="4189359" cy="401637"/>
          </a:xfrm>
        </p:spPr>
        <p:txBody>
          <a:bodyPr anchor="b"/>
          <a:lstStyle>
            <a:lvl1pPr marL="0" indent="0">
              <a:buNone/>
              <a:defRPr sz="1949" b="1"/>
            </a:lvl1pPr>
            <a:lvl2pPr marL="371364" indent="0">
              <a:buNone/>
              <a:defRPr sz="1625" b="1"/>
            </a:lvl2pPr>
            <a:lvl3pPr marL="742727" indent="0">
              <a:buNone/>
              <a:defRPr sz="1463" b="1"/>
            </a:lvl3pPr>
            <a:lvl4pPr marL="1114091" indent="0">
              <a:buNone/>
              <a:defRPr sz="1300" b="1"/>
            </a:lvl4pPr>
            <a:lvl5pPr marL="1485454" indent="0">
              <a:buNone/>
              <a:defRPr sz="1300" b="1"/>
            </a:lvl5pPr>
            <a:lvl6pPr marL="1856818" indent="0">
              <a:buNone/>
              <a:defRPr sz="1300" b="1"/>
            </a:lvl6pPr>
            <a:lvl7pPr marL="2228181" indent="0">
              <a:buNone/>
              <a:defRPr sz="1300" b="1"/>
            </a:lvl7pPr>
            <a:lvl8pPr marL="2599545" indent="0">
              <a:buNone/>
              <a:defRPr sz="1300" b="1"/>
            </a:lvl8pPr>
            <a:lvl9pPr marL="2970908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82142-72C3-001E-0113-975D4ACBB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109" y="2181757"/>
            <a:ext cx="4189359" cy="4007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77109-EFEA-0C64-284D-D7CB1CF07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3306" y="1681164"/>
            <a:ext cx="4209990" cy="401637"/>
          </a:xfrm>
        </p:spPr>
        <p:txBody>
          <a:bodyPr anchor="b"/>
          <a:lstStyle>
            <a:lvl1pPr marL="0" indent="0">
              <a:buNone/>
              <a:defRPr sz="1949" b="1"/>
            </a:lvl1pPr>
            <a:lvl2pPr marL="371364" indent="0">
              <a:buNone/>
              <a:defRPr sz="1625" b="1"/>
            </a:lvl2pPr>
            <a:lvl3pPr marL="742727" indent="0">
              <a:buNone/>
              <a:defRPr sz="1463" b="1"/>
            </a:lvl3pPr>
            <a:lvl4pPr marL="1114091" indent="0">
              <a:buNone/>
              <a:defRPr sz="1300" b="1"/>
            </a:lvl4pPr>
            <a:lvl5pPr marL="1485454" indent="0">
              <a:buNone/>
              <a:defRPr sz="1300" b="1"/>
            </a:lvl5pPr>
            <a:lvl6pPr marL="1856818" indent="0">
              <a:buNone/>
              <a:defRPr sz="1300" b="1"/>
            </a:lvl6pPr>
            <a:lvl7pPr marL="2228181" indent="0">
              <a:buNone/>
              <a:defRPr sz="1300" b="1"/>
            </a:lvl7pPr>
            <a:lvl8pPr marL="2599545" indent="0">
              <a:buNone/>
              <a:defRPr sz="1300" b="1"/>
            </a:lvl8pPr>
            <a:lvl9pPr marL="2970908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26200-0300-4B7C-D8EA-93CD0B1F4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3306" y="2181757"/>
            <a:ext cx="4209990" cy="4007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E790C-7C19-636A-4613-EDBE770B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626B1B-56FD-183E-4A37-FBEFAAEA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22EE2-85CE-C8E3-7A51-ADE5BE15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1C88EED-86F3-463C-6A6D-805D1EB46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6040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FAB5-9F8E-CEAD-E7A4-704FB580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9FF0A-4255-6416-144A-64B1003D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59DF3-3511-19B9-6255-29E3B865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D680A-08E2-0B22-305A-FF9419E2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73224421-DF62-B3BD-DB4B-76158FFF0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32874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3">
            <a:extLst>
              <a:ext uri="{FF2B5EF4-FFF2-40B4-BE49-F238E27FC236}">
                <a16:creationId xmlns:a16="http://schemas.microsoft.com/office/drawing/2014/main" id="{58A9D131-0027-E47A-385E-8C380343E8C1}"/>
              </a:ext>
            </a:extLst>
          </p:cNvPr>
          <p:cNvSpPr/>
          <p:nvPr userDrawn="1"/>
        </p:nvSpPr>
        <p:spPr>
          <a:xfrm>
            <a:off x="5128151" y="665325"/>
            <a:ext cx="4416691" cy="6084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975BCF6-CAC1-FCB9-42D9-F0560485BEF7}"/>
              </a:ext>
            </a:extLst>
          </p:cNvPr>
          <p:cNvSpPr/>
          <p:nvPr userDrawn="1"/>
        </p:nvSpPr>
        <p:spPr>
          <a:xfrm>
            <a:off x="357984" y="665326"/>
            <a:ext cx="4416691" cy="60847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FD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8FAE774-4B36-D630-11A8-AA50A0B3C004}"/>
              </a:ext>
            </a:extLst>
          </p:cNvPr>
          <p:cNvSpPr/>
          <p:nvPr userDrawn="1"/>
        </p:nvSpPr>
        <p:spPr>
          <a:xfrm>
            <a:off x="357984" y="665325"/>
            <a:ext cx="4416690" cy="107883"/>
          </a:xfrm>
          <a:prstGeom prst="rect">
            <a:avLst/>
          </a:prstGeom>
          <a:solidFill>
            <a:srgbClr val="EC1E79"/>
          </a:solidFill>
          <a:ln/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CF104DE-46B2-1EFC-ADA1-F161A34618E3}"/>
              </a:ext>
            </a:extLst>
          </p:cNvPr>
          <p:cNvSpPr/>
          <p:nvPr userDrawn="1"/>
        </p:nvSpPr>
        <p:spPr>
          <a:xfrm>
            <a:off x="551089" y="1244643"/>
            <a:ext cx="2485609" cy="1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42676"/>
            <a:r>
              <a:rPr lang="en-US" sz="650" b="1" kern="0" spc="122">
                <a:solidFill>
                  <a:srgbClr val="8A857C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LOCATION</a:t>
            </a:r>
            <a:endParaRPr lang="en-US" sz="6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5A05F45-3130-BD65-A1C6-16B81A6A89C5}"/>
              </a:ext>
            </a:extLst>
          </p:cNvPr>
          <p:cNvSpPr/>
          <p:nvPr userDrawn="1"/>
        </p:nvSpPr>
        <p:spPr>
          <a:xfrm>
            <a:off x="551089" y="1586291"/>
            <a:ext cx="2485609" cy="1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42676"/>
            <a:r>
              <a:rPr lang="en-US" sz="650" b="1" kern="0" spc="122">
                <a:solidFill>
                  <a:srgbClr val="8A857C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SALARY</a:t>
            </a:r>
            <a:endParaRPr lang="en-US" sz="6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AF1CB7C-7121-9118-2255-3487536D213E}"/>
              </a:ext>
            </a:extLst>
          </p:cNvPr>
          <p:cNvSpPr/>
          <p:nvPr userDrawn="1"/>
        </p:nvSpPr>
        <p:spPr>
          <a:xfrm>
            <a:off x="551089" y="1927938"/>
            <a:ext cx="2485609" cy="1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42676"/>
            <a:r>
              <a:rPr lang="en-US" sz="650" b="1" kern="0" spc="122">
                <a:solidFill>
                  <a:srgbClr val="8A857C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NOTICE</a:t>
            </a:r>
            <a:endParaRPr lang="en-US" sz="6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562C2A9-84B0-45C3-0F31-388482DE3EBB}"/>
              </a:ext>
            </a:extLst>
          </p:cNvPr>
          <p:cNvSpPr/>
          <p:nvPr userDrawn="1"/>
        </p:nvSpPr>
        <p:spPr>
          <a:xfrm>
            <a:off x="551089" y="2299294"/>
            <a:ext cx="2485609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D54035B-9A7C-8B6E-4CB2-DC45FE75C02A}"/>
              </a:ext>
            </a:extLst>
          </p:cNvPr>
          <p:cNvSpPr/>
          <p:nvPr userDrawn="1"/>
        </p:nvSpPr>
        <p:spPr>
          <a:xfrm>
            <a:off x="551089" y="2418128"/>
            <a:ext cx="2485609" cy="16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742676"/>
            <a:r>
              <a:rPr lang="en-US" sz="772" b="1" kern="0" spc="122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CAREER HISTORY</a:t>
            </a:r>
            <a:endParaRPr lang="en-US" sz="77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60">
            <a:extLst>
              <a:ext uri="{FF2B5EF4-FFF2-40B4-BE49-F238E27FC236}">
                <a16:creationId xmlns:a16="http://schemas.microsoft.com/office/drawing/2014/main" id="{3DA4FACF-765B-7E52-C1BD-4274667F5D63}"/>
              </a:ext>
            </a:extLst>
          </p:cNvPr>
          <p:cNvSpPr/>
          <p:nvPr userDrawn="1"/>
        </p:nvSpPr>
        <p:spPr>
          <a:xfrm>
            <a:off x="5128151" y="665326"/>
            <a:ext cx="4416689" cy="107882"/>
          </a:xfrm>
          <a:prstGeom prst="rect">
            <a:avLst/>
          </a:prstGeom>
          <a:solidFill>
            <a:srgbClr val="EC1E79"/>
          </a:solidFill>
          <a:ln/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4EB514B4-7FEA-6D00-A0B4-695B57B78C3E}"/>
              </a:ext>
            </a:extLst>
          </p:cNvPr>
          <p:cNvSpPr/>
          <p:nvPr userDrawn="1"/>
        </p:nvSpPr>
        <p:spPr>
          <a:xfrm>
            <a:off x="8305925" y="17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PRAEVA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9D75546-5F6E-467F-70C1-A2EED88556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12380" y="839622"/>
            <a:ext cx="1539391" cy="215900"/>
          </a:xfrm>
        </p:spPr>
        <p:txBody>
          <a:bodyPr/>
          <a:lstStyle>
            <a:lvl1pPr algn="ctr">
              <a:buNone/>
              <a:defRPr lang="en-GB" sz="1462" b="1" kern="1200" dirty="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Full Name</a:t>
            </a:r>
            <a:endParaRPr lang="en-GB"/>
          </a:p>
        </p:txBody>
      </p:sp>
      <p:sp>
        <p:nvSpPr>
          <p:cNvPr id="64" name="Text Placeholder 62">
            <a:extLst>
              <a:ext uri="{FF2B5EF4-FFF2-40B4-BE49-F238E27FC236}">
                <a16:creationId xmlns:a16="http://schemas.microsoft.com/office/drawing/2014/main" id="{E185924E-A3C8-0174-35CB-AC6766F48E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088" y="1701359"/>
            <a:ext cx="2348513" cy="215900"/>
          </a:xfrm>
        </p:spPr>
        <p:txBody>
          <a:bodyPr/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marL="185682" marR="0" lvl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Salary </a:t>
            </a:r>
            <a:r>
              <a:rPr lang="en-US" sz="934" b="1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£000,000 + bonus</a:t>
            </a:r>
            <a:endParaRPr lang="en-US" sz="934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endParaRPr lang="en-GB"/>
          </a:p>
        </p:txBody>
      </p:sp>
      <p:sp>
        <p:nvSpPr>
          <p:cNvPr id="65" name="Text Placeholder 62">
            <a:extLst>
              <a:ext uri="{FF2B5EF4-FFF2-40B4-BE49-F238E27FC236}">
                <a16:creationId xmlns:a16="http://schemas.microsoft.com/office/drawing/2014/main" id="{417386EB-D109-FEF4-F04B-826855F123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1089" y="1370904"/>
            <a:ext cx="1539391" cy="215900"/>
          </a:xfrm>
        </p:spPr>
        <p:txBody>
          <a:bodyPr/>
          <a:lstStyle>
            <a:lvl1pPr algn="l"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Location</a:t>
            </a:r>
            <a:endParaRPr lang="en-GB"/>
          </a:p>
        </p:txBody>
      </p:sp>
      <p:sp>
        <p:nvSpPr>
          <p:cNvPr id="66" name="Text Placeholder 62">
            <a:extLst>
              <a:ext uri="{FF2B5EF4-FFF2-40B4-BE49-F238E27FC236}">
                <a16:creationId xmlns:a16="http://schemas.microsoft.com/office/drawing/2014/main" id="{767120CB-C065-3AE3-A63C-F8DF64DDC3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088" y="2043007"/>
            <a:ext cx="1539391" cy="215900"/>
          </a:xfrm>
        </p:spPr>
        <p:txBody>
          <a:bodyPr/>
          <a:lstStyle>
            <a:lvl1pPr algn="l"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Notice</a:t>
            </a:r>
            <a:endParaRPr lang="en-GB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DBB4A4AC-E4C8-4D71-2762-0190F0213B3E}"/>
              </a:ext>
            </a:extLst>
          </p:cNvPr>
          <p:cNvSpPr/>
          <p:nvPr userDrawn="1"/>
        </p:nvSpPr>
        <p:spPr>
          <a:xfrm>
            <a:off x="5323993" y="1244643"/>
            <a:ext cx="2485609" cy="1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42676"/>
            <a:r>
              <a:rPr lang="en-US" sz="650" b="1" kern="0" spc="122">
                <a:solidFill>
                  <a:srgbClr val="8A857C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LOCATION</a:t>
            </a:r>
            <a:endParaRPr lang="en-US" sz="6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F6FE2E2D-4D1E-ED10-789C-C9A2D269F044}"/>
              </a:ext>
            </a:extLst>
          </p:cNvPr>
          <p:cNvSpPr/>
          <p:nvPr userDrawn="1"/>
        </p:nvSpPr>
        <p:spPr>
          <a:xfrm>
            <a:off x="5323993" y="1586291"/>
            <a:ext cx="2485609" cy="1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42676"/>
            <a:r>
              <a:rPr lang="en-US" sz="650" b="1" kern="0" spc="122">
                <a:solidFill>
                  <a:srgbClr val="8A857C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SALARY</a:t>
            </a:r>
            <a:endParaRPr lang="en-US" sz="6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95C5FC8C-98C9-C4CC-8EAD-5D4C00CC4B71}"/>
              </a:ext>
            </a:extLst>
          </p:cNvPr>
          <p:cNvSpPr/>
          <p:nvPr userDrawn="1"/>
        </p:nvSpPr>
        <p:spPr>
          <a:xfrm>
            <a:off x="5323993" y="1927938"/>
            <a:ext cx="2485609" cy="1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42676"/>
            <a:r>
              <a:rPr lang="en-US" sz="650" b="1" kern="0" spc="122">
                <a:solidFill>
                  <a:srgbClr val="8A857C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NOTICE</a:t>
            </a:r>
            <a:endParaRPr lang="en-US" sz="6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04578072-B837-E097-BA2B-447FD9B527E3}"/>
              </a:ext>
            </a:extLst>
          </p:cNvPr>
          <p:cNvSpPr/>
          <p:nvPr userDrawn="1"/>
        </p:nvSpPr>
        <p:spPr>
          <a:xfrm>
            <a:off x="5323993" y="2299294"/>
            <a:ext cx="2485609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0F323E11-2367-DFE1-53E3-2D0741964F12}"/>
              </a:ext>
            </a:extLst>
          </p:cNvPr>
          <p:cNvSpPr/>
          <p:nvPr userDrawn="1"/>
        </p:nvSpPr>
        <p:spPr>
          <a:xfrm>
            <a:off x="5323994" y="2418128"/>
            <a:ext cx="2485609" cy="163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742676"/>
            <a:r>
              <a:rPr lang="en-US" sz="772" b="1" kern="0" spc="122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CAREER HISTORY</a:t>
            </a:r>
            <a:endParaRPr lang="en-US" sz="77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Placeholder 62">
            <a:extLst>
              <a:ext uri="{FF2B5EF4-FFF2-40B4-BE49-F238E27FC236}">
                <a16:creationId xmlns:a16="http://schemas.microsoft.com/office/drawing/2014/main" id="{0F1191D0-8D74-3134-010B-1F59A0E248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3992" y="1701359"/>
            <a:ext cx="2348513" cy="215900"/>
          </a:xfrm>
        </p:spPr>
        <p:txBody>
          <a:bodyPr/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marL="185682" marR="0" lvl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Salary </a:t>
            </a:r>
            <a:r>
              <a:rPr lang="en-US" sz="934" b="1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£000,000 + bonus</a:t>
            </a:r>
            <a:endParaRPr lang="en-US" sz="934">
              <a:solidFill>
                <a:prstClr val="black"/>
              </a:solidFill>
              <a:latin typeface="Calibri" panose="020F0502020204030204"/>
            </a:endParaRPr>
          </a:p>
          <a:p>
            <a:pPr lvl="0"/>
            <a:endParaRPr lang="en-GB"/>
          </a:p>
        </p:txBody>
      </p:sp>
      <p:sp>
        <p:nvSpPr>
          <p:cNvPr id="73" name="Text Placeholder 62">
            <a:extLst>
              <a:ext uri="{FF2B5EF4-FFF2-40B4-BE49-F238E27FC236}">
                <a16:creationId xmlns:a16="http://schemas.microsoft.com/office/drawing/2014/main" id="{3DB7FED4-12B4-3462-83CA-451BA96F22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3993" y="1370904"/>
            <a:ext cx="1539391" cy="215900"/>
          </a:xfrm>
        </p:spPr>
        <p:txBody>
          <a:bodyPr/>
          <a:lstStyle>
            <a:lvl1pPr algn="l"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Location</a:t>
            </a:r>
            <a:endParaRPr lang="en-GB"/>
          </a:p>
        </p:txBody>
      </p:sp>
      <p:sp>
        <p:nvSpPr>
          <p:cNvPr id="74" name="Text Placeholder 62">
            <a:extLst>
              <a:ext uri="{FF2B5EF4-FFF2-40B4-BE49-F238E27FC236}">
                <a16:creationId xmlns:a16="http://schemas.microsoft.com/office/drawing/2014/main" id="{6BC0FD51-374A-6211-2ABD-A73416AA12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23992" y="2043007"/>
            <a:ext cx="1539391" cy="215900"/>
          </a:xfrm>
        </p:spPr>
        <p:txBody>
          <a:bodyPr/>
          <a:lstStyle>
            <a:lvl1pPr algn="l"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Notice</a:t>
            </a:r>
            <a:endParaRPr lang="en-GB"/>
          </a:p>
        </p:txBody>
      </p:sp>
      <p:sp>
        <p:nvSpPr>
          <p:cNvPr id="75" name="Text Placeholder 62">
            <a:extLst>
              <a:ext uri="{FF2B5EF4-FFF2-40B4-BE49-F238E27FC236}">
                <a16:creationId xmlns:a16="http://schemas.microsoft.com/office/drawing/2014/main" id="{D0454D5E-7AD6-D80A-3630-8C885ED39E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66799" y="856157"/>
            <a:ext cx="1539391" cy="215900"/>
          </a:xfrm>
        </p:spPr>
        <p:txBody>
          <a:bodyPr/>
          <a:lstStyle>
            <a:lvl1pPr algn="ctr">
              <a:buNone/>
              <a:defRPr lang="en-GB" sz="1462" b="1" kern="1200" dirty="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Full Name</a:t>
            </a:r>
            <a:endParaRPr lang="en-GB"/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5B758C9C-83EA-041A-3727-DC969C5181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863" y="2655282"/>
            <a:ext cx="4005262" cy="3228172"/>
          </a:xfrm>
        </p:spPr>
        <p:txBody>
          <a:bodyPr/>
          <a:lstStyle>
            <a:lvl1pPr>
              <a:buNone/>
              <a:defRPr sz="1050" b="1"/>
            </a:lvl1pPr>
          </a:lstStyle>
          <a:p>
            <a:pPr lvl="0"/>
            <a:r>
              <a:rPr lang="en-US"/>
              <a:t>Insert Career History </a:t>
            </a:r>
          </a:p>
          <a:p>
            <a:pPr lvl="0"/>
            <a:r>
              <a:rPr lang="en-US"/>
              <a:t>Role 		Company 		Date</a:t>
            </a:r>
            <a:endParaRPr lang="en-GB"/>
          </a:p>
        </p:txBody>
      </p:sp>
      <p:sp>
        <p:nvSpPr>
          <p:cNvPr id="79" name="Text Placeholder 77">
            <a:extLst>
              <a:ext uri="{FF2B5EF4-FFF2-40B4-BE49-F238E27FC236}">
                <a16:creationId xmlns:a16="http://schemas.microsoft.com/office/drawing/2014/main" id="{09B8B1DA-E300-6C7C-DE3A-1EBC27BC70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33863" y="2648128"/>
            <a:ext cx="4005262" cy="3235325"/>
          </a:xfrm>
        </p:spPr>
        <p:txBody>
          <a:bodyPr/>
          <a:lstStyle>
            <a:lvl1pPr>
              <a:buNone/>
              <a:defRPr sz="1050" b="1"/>
            </a:lvl1pPr>
          </a:lstStyle>
          <a:p>
            <a:pPr lvl="0"/>
            <a:r>
              <a:rPr lang="en-US"/>
              <a:t>Insert Career History </a:t>
            </a:r>
          </a:p>
          <a:p>
            <a:pPr lvl="0"/>
            <a:r>
              <a:rPr lang="en-US"/>
              <a:t>Role 		Company 		Date</a:t>
            </a:r>
            <a:endParaRPr lang="en-GB"/>
          </a:p>
        </p:txBody>
      </p:sp>
      <p:sp>
        <p:nvSpPr>
          <p:cNvPr id="81" name="Text Placeholder 62">
            <a:extLst>
              <a:ext uri="{FF2B5EF4-FFF2-40B4-BE49-F238E27FC236}">
                <a16:creationId xmlns:a16="http://schemas.microsoft.com/office/drawing/2014/main" id="{DE94C642-B8AB-2F83-B587-34860DC0E7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5200" y="246153"/>
            <a:ext cx="3586842" cy="238262"/>
          </a:xfrm>
        </p:spPr>
        <p:txBody>
          <a:bodyPr/>
          <a:lstStyle>
            <a:lvl1pPr algn="l">
              <a:buNone/>
              <a:defRPr lang="en-GB" sz="2400" kern="1200" dirty="0">
                <a:solidFill>
                  <a:schemeClr val="tx1"/>
                </a:solidFill>
                <a:latin typeface="Deacon Condensed Condensed Bold" pitchFamily="50" charset="0"/>
                <a:ea typeface="+mn-ea"/>
                <a:cs typeface="Deacon Condensed Condensed Bold" pitchFamily="50" charset="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Title</a:t>
            </a:r>
            <a:endParaRPr lang="en-GB"/>
          </a:p>
        </p:txBody>
      </p:sp>
      <p:sp>
        <p:nvSpPr>
          <p:cNvPr id="82" name="Shape 27">
            <a:extLst>
              <a:ext uri="{FF2B5EF4-FFF2-40B4-BE49-F238E27FC236}">
                <a16:creationId xmlns:a16="http://schemas.microsoft.com/office/drawing/2014/main" id="{FCD87F96-F6F6-CC6E-6DDE-F01DD803C6DA}"/>
              </a:ext>
            </a:extLst>
          </p:cNvPr>
          <p:cNvSpPr/>
          <p:nvPr userDrawn="1"/>
        </p:nvSpPr>
        <p:spPr>
          <a:xfrm>
            <a:off x="551088" y="6039634"/>
            <a:ext cx="4005037" cy="598093"/>
          </a:xfrm>
          <a:prstGeom prst="rect">
            <a:avLst/>
          </a:prstGeom>
          <a:solidFill>
            <a:srgbClr val="FBF9EF"/>
          </a:solidFill>
          <a:ln w="15875">
            <a:solidFill>
              <a:srgbClr val="238545"/>
            </a:solidFill>
            <a:prstDash val="solid"/>
          </a:ln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CFED8A84-6FAA-4520-5C13-72B2326C11CA}"/>
              </a:ext>
            </a:extLst>
          </p:cNvPr>
          <p:cNvSpPr/>
          <p:nvPr userDrawn="1"/>
        </p:nvSpPr>
        <p:spPr>
          <a:xfrm>
            <a:off x="550863" y="6039634"/>
            <a:ext cx="59979" cy="598093"/>
          </a:xfrm>
          <a:prstGeom prst="rect">
            <a:avLst/>
          </a:prstGeom>
          <a:solidFill>
            <a:srgbClr val="238545"/>
          </a:solidFill>
          <a:ln/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29">
            <a:extLst>
              <a:ext uri="{FF2B5EF4-FFF2-40B4-BE49-F238E27FC236}">
                <a16:creationId xmlns:a16="http://schemas.microsoft.com/office/drawing/2014/main" id="{09D2B073-13E6-1E16-2CFD-A5C3F831F18D}"/>
              </a:ext>
            </a:extLst>
          </p:cNvPr>
          <p:cNvSpPr/>
          <p:nvPr userDrawn="1"/>
        </p:nvSpPr>
        <p:spPr>
          <a:xfrm>
            <a:off x="714484" y="6090260"/>
            <a:ext cx="2262796" cy="14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42676"/>
            <a:r>
              <a:rPr lang="en-US" sz="690" b="1" kern="0" spc="122">
                <a:solidFill>
                  <a:srgbClr val="238545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EDUCATION</a:t>
            </a:r>
            <a:endParaRPr lang="en-US" sz="69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Shape 27">
            <a:extLst>
              <a:ext uri="{FF2B5EF4-FFF2-40B4-BE49-F238E27FC236}">
                <a16:creationId xmlns:a16="http://schemas.microsoft.com/office/drawing/2014/main" id="{8DDB7F78-F4C9-2AC8-3EF3-5142CF88D225}"/>
              </a:ext>
            </a:extLst>
          </p:cNvPr>
          <p:cNvSpPr/>
          <p:nvPr userDrawn="1"/>
        </p:nvSpPr>
        <p:spPr>
          <a:xfrm>
            <a:off x="5323992" y="6030350"/>
            <a:ext cx="4027745" cy="607376"/>
          </a:xfrm>
          <a:prstGeom prst="rect">
            <a:avLst/>
          </a:prstGeom>
          <a:solidFill>
            <a:srgbClr val="FBF9EF"/>
          </a:solidFill>
          <a:ln w="15875">
            <a:solidFill>
              <a:srgbClr val="238545"/>
            </a:solidFill>
            <a:prstDash val="solid"/>
          </a:ln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Shape 28">
            <a:extLst>
              <a:ext uri="{FF2B5EF4-FFF2-40B4-BE49-F238E27FC236}">
                <a16:creationId xmlns:a16="http://schemas.microsoft.com/office/drawing/2014/main" id="{B08F6927-36E9-6944-55D0-3471C7C53C78}"/>
              </a:ext>
            </a:extLst>
          </p:cNvPr>
          <p:cNvSpPr/>
          <p:nvPr userDrawn="1"/>
        </p:nvSpPr>
        <p:spPr>
          <a:xfrm>
            <a:off x="5323992" y="6030924"/>
            <a:ext cx="46203" cy="598093"/>
          </a:xfrm>
          <a:prstGeom prst="rect">
            <a:avLst/>
          </a:prstGeom>
          <a:solidFill>
            <a:srgbClr val="238545"/>
          </a:solidFill>
          <a:ln/>
        </p:spPr>
        <p:txBody>
          <a:bodyPr/>
          <a:lstStyle/>
          <a:p>
            <a:pPr defTabSz="742676"/>
            <a:endParaRPr lang="en-GB" sz="1462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00FF6AAF-1F76-A754-AC03-CE0D9B0BB117}"/>
              </a:ext>
            </a:extLst>
          </p:cNvPr>
          <p:cNvSpPr/>
          <p:nvPr userDrawn="1"/>
        </p:nvSpPr>
        <p:spPr>
          <a:xfrm>
            <a:off x="5487388" y="6090260"/>
            <a:ext cx="2275626" cy="148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42676"/>
            <a:r>
              <a:rPr lang="en-US" sz="690" b="1" kern="0" spc="122">
                <a:solidFill>
                  <a:srgbClr val="238545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EDUCATION</a:t>
            </a:r>
            <a:endParaRPr lang="en-US" sz="69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Text Placeholder 62">
            <a:extLst>
              <a:ext uri="{FF2B5EF4-FFF2-40B4-BE49-F238E27FC236}">
                <a16:creationId xmlns:a16="http://schemas.microsoft.com/office/drawing/2014/main" id="{80DA677F-486D-2ABA-2D1B-CF0E370434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4484" y="6261210"/>
            <a:ext cx="1539391" cy="215900"/>
          </a:xfrm>
        </p:spPr>
        <p:txBody>
          <a:bodyPr/>
          <a:lstStyle>
            <a:lvl1pPr algn="l"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Education</a:t>
            </a:r>
            <a:endParaRPr lang="en-GB"/>
          </a:p>
        </p:txBody>
      </p:sp>
      <p:sp>
        <p:nvSpPr>
          <p:cNvPr id="91" name="Text Placeholder 62">
            <a:extLst>
              <a:ext uri="{FF2B5EF4-FFF2-40B4-BE49-F238E27FC236}">
                <a16:creationId xmlns:a16="http://schemas.microsoft.com/office/drawing/2014/main" id="{FD8F9109-E68D-3728-76E8-B7A24E62C5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7388" y="6237887"/>
            <a:ext cx="1539391" cy="215900"/>
          </a:xfrm>
        </p:spPr>
        <p:txBody>
          <a:bodyPr/>
          <a:lstStyle>
            <a:lvl1pPr algn="l"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</a:lstStyle>
          <a:p>
            <a:pPr lvl="0"/>
            <a:r>
              <a:rPr lang="en-US"/>
              <a:t>Insert Education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085880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50C4-EBA9-CE55-2DBF-AE095284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457200"/>
            <a:ext cx="3193919" cy="1600200"/>
          </a:xfrm>
        </p:spPr>
        <p:txBody>
          <a:bodyPr anchor="b"/>
          <a:lstStyle>
            <a:lvl1pPr>
              <a:defRPr sz="25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7155-1402-7D2E-C126-66E881F04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991" y="987427"/>
            <a:ext cx="5013306" cy="4873625"/>
          </a:xfrm>
        </p:spPr>
        <p:txBody>
          <a:bodyPr/>
          <a:lstStyle>
            <a:lvl1pPr>
              <a:defRPr sz="2599"/>
            </a:lvl1pPr>
            <a:lvl2pPr>
              <a:defRPr sz="2274"/>
            </a:lvl2pPr>
            <a:lvl3pPr>
              <a:defRPr sz="1949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AD360-5CE1-2795-95AE-F051DCB4D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110" y="2057400"/>
            <a:ext cx="3193919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364" indent="0">
              <a:buNone/>
              <a:defRPr sz="1138"/>
            </a:lvl2pPr>
            <a:lvl3pPr marL="742727" indent="0">
              <a:buNone/>
              <a:defRPr sz="975"/>
            </a:lvl3pPr>
            <a:lvl4pPr marL="1114091" indent="0">
              <a:buNone/>
              <a:defRPr sz="813"/>
            </a:lvl4pPr>
            <a:lvl5pPr marL="1485454" indent="0">
              <a:buNone/>
              <a:defRPr sz="813"/>
            </a:lvl5pPr>
            <a:lvl6pPr marL="1856818" indent="0">
              <a:buNone/>
              <a:defRPr sz="813"/>
            </a:lvl6pPr>
            <a:lvl7pPr marL="2228181" indent="0">
              <a:buNone/>
              <a:defRPr sz="813"/>
            </a:lvl7pPr>
            <a:lvl8pPr marL="2599545" indent="0">
              <a:buNone/>
              <a:defRPr sz="813"/>
            </a:lvl8pPr>
            <a:lvl9pPr marL="2970908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50A9D-F286-8F80-26A8-55395A81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E97F-D140-858A-3CC2-1B0674C9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1877C-5B51-9479-1EF1-11AB0E39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096444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5DA2-D26B-9A01-5D26-1E2C23A0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457200"/>
            <a:ext cx="3193919" cy="1600200"/>
          </a:xfrm>
        </p:spPr>
        <p:txBody>
          <a:bodyPr anchor="b"/>
          <a:lstStyle>
            <a:lvl1pPr>
              <a:defRPr sz="25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5E74F-4A0E-701E-B95F-A65DCB2B1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09991" y="987427"/>
            <a:ext cx="5013306" cy="4873625"/>
          </a:xfrm>
        </p:spPr>
        <p:txBody>
          <a:bodyPr/>
          <a:lstStyle>
            <a:lvl1pPr marL="0" indent="0">
              <a:buNone/>
              <a:defRPr sz="2599"/>
            </a:lvl1pPr>
            <a:lvl2pPr marL="371364" indent="0">
              <a:buNone/>
              <a:defRPr sz="2274"/>
            </a:lvl2pPr>
            <a:lvl3pPr marL="742727" indent="0">
              <a:buNone/>
              <a:defRPr sz="1949"/>
            </a:lvl3pPr>
            <a:lvl4pPr marL="1114091" indent="0">
              <a:buNone/>
              <a:defRPr sz="1625"/>
            </a:lvl4pPr>
            <a:lvl5pPr marL="1485454" indent="0">
              <a:buNone/>
              <a:defRPr sz="1625"/>
            </a:lvl5pPr>
            <a:lvl6pPr marL="1856818" indent="0">
              <a:buNone/>
              <a:defRPr sz="1625"/>
            </a:lvl6pPr>
            <a:lvl7pPr marL="2228181" indent="0">
              <a:buNone/>
              <a:defRPr sz="1625"/>
            </a:lvl7pPr>
            <a:lvl8pPr marL="2599545" indent="0">
              <a:buNone/>
              <a:defRPr sz="1625"/>
            </a:lvl8pPr>
            <a:lvl9pPr marL="2970908" indent="0">
              <a:buNone/>
              <a:defRPr sz="1625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8990D-9521-3712-5DC3-F9D70191C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110" y="2057400"/>
            <a:ext cx="3193919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364" indent="0">
              <a:buNone/>
              <a:defRPr sz="1138"/>
            </a:lvl2pPr>
            <a:lvl3pPr marL="742727" indent="0">
              <a:buNone/>
              <a:defRPr sz="975"/>
            </a:lvl3pPr>
            <a:lvl4pPr marL="1114091" indent="0">
              <a:buNone/>
              <a:defRPr sz="813"/>
            </a:lvl4pPr>
            <a:lvl5pPr marL="1485454" indent="0">
              <a:buNone/>
              <a:defRPr sz="813"/>
            </a:lvl5pPr>
            <a:lvl6pPr marL="1856818" indent="0">
              <a:buNone/>
              <a:defRPr sz="813"/>
            </a:lvl6pPr>
            <a:lvl7pPr marL="2228181" indent="0">
              <a:buNone/>
              <a:defRPr sz="813"/>
            </a:lvl7pPr>
            <a:lvl8pPr marL="2599545" indent="0">
              <a:buNone/>
              <a:defRPr sz="813"/>
            </a:lvl8pPr>
            <a:lvl9pPr marL="2970908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76DA8-FA3C-FF1C-D193-8D3314FD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0FF4-B693-48FE-202D-A1D42C00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5A6F4-B8AF-A809-C7CF-23D74A09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414660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FAC9-CE56-20B5-06A3-2350694A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16E84-B186-038B-5AB9-76F699C55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727E6-C53A-5948-3295-D98CC05ED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31AB8-0F4A-2B68-3213-A8AB240D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A81EC-D049-FF0B-7FEC-53FFD169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06508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D80A7-C231-F73D-B4AE-0CF8D3A16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6710" y="365125"/>
            <a:ext cx="213529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7CD15-34F4-12AC-853D-053CDEB58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0819" y="365125"/>
            <a:ext cx="628210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DB2A6-699F-9C34-D51B-309FC5F1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FA378-8F78-3772-7BD2-901790FD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4014A-A727-FC01-2967-B31C14A5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051848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2072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4BA6440-F079-535A-0774-0A646C3C8A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9770" y="739776"/>
            <a:ext cx="2901218" cy="346075"/>
          </a:xfrm>
        </p:spPr>
        <p:txBody>
          <a:bodyPr/>
          <a:lstStyle>
            <a:lvl1pPr algn="r">
              <a:buNone/>
              <a:defRPr sz="1949">
                <a:solidFill>
                  <a:schemeClr val="tx1"/>
                </a:solidFill>
                <a:latin typeface="Deacon Condensed Condensed Bold" pitchFamily="50" charset="0"/>
                <a:cs typeface="Deacon Condensed Condensed Bold" pitchFamily="50" charset="0"/>
              </a:defRPr>
            </a:lvl1pPr>
          </a:lstStyle>
          <a:p>
            <a:pPr lvl="0"/>
            <a:r>
              <a:rPr lang="en-US"/>
              <a:t>Insert Client Name 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6281EDC-4F55-0B40-3676-4D77652EAB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59770" y="1238252"/>
            <a:ext cx="2901218" cy="346075"/>
          </a:xfrm>
          <a:noFill/>
        </p:spPr>
        <p:txBody>
          <a:bodyPr/>
          <a:lstStyle>
            <a:lvl1pPr algn="r">
              <a:buNone/>
              <a:defRPr sz="1949">
                <a:solidFill>
                  <a:schemeClr val="tx1"/>
                </a:solidFill>
                <a:latin typeface="Deacon Condensed Condensed Bold" pitchFamily="50" charset="0"/>
                <a:cs typeface="Deacon Condensed Condensed Bold" pitchFamily="50" charset="0"/>
              </a:defRPr>
            </a:lvl1pPr>
          </a:lstStyle>
          <a:p>
            <a:pPr lvl="0"/>
            <a:r>
              <a:rPr lang="en-US"/>
              <a:t>Prepared for: </a:t>
            </a:r>
            <a:r>
              <a:rPr lang="en-US" err="1"/>
              <a:t>xxxxxxxxxxxx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3E95077-BFB1-5BC0-CE54-9DB5306B3C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1810" y="241301"/>
            <a:ext cx="1513815" cy="996950"/>
          </a:xfrm>
        </p:spPr>
        <p:txBody>
          <a:bodyPr/>
          <a:lstStyle>
            <a:lvl1pPr>
              <a:buNone/>
              <a:defRPr sz="1138">
                <a:solidFill>
                  <a:schemeClr val="tx1"/>
                </a:solidFill>
              </a:defRPr>
            </a:lvl1pPr>
          </a:lstStyle>
          <a:p>
            <a:r>
              <a:rPr lang="en-US"/>
              <a:t>Insert Client Logo</a:t>
            </a:r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A64121-003C-1D0B-0D2D-EDFFE94E316F}"/>
              </a:ext>
            </a:extLst>
          </p:cNvPr>
          <p:cNvSpPr txBox="1"/>
          <p:nvPr userDrawn="1"/>
        </p:nvSpPr>
        <p:spPr>
          <a:xfrm>
            <a:off x="165431" y="3248829"/>
            <a:ext cx="10089593" cy="366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3231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eacon Condensed Condensed Bold" pitchFamily="50" charset="0"/>
                <a:ea typeface="+mn-ea"/>
                <a:cs typeface="Deacon Condensed Condensed Bold" pitchFamily="50" charset="0"/>
              </a:rPr>
              <a:t>PRAEVA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F0B96C4-0AB9-DA6F-51F1-3C4C269A51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9770" y="232964"/>
            <a:ext cx="2901218" cy="346075"/>
          </a:xfrm>
        </p:spPr>
        <p:txBody>
          <a:bodyPr/>
          <a:lstStyle>
            <a:lvl1pPr algn="r">
              <a:buNone/>
              <a:defRPr sz="1949">
                <a:solidFill>
                  <a:schemeClr val="tx1"/>
                </a:solidFill>
                <a:latin typeface="Deacon Condensed Condensed Bold" pitchFamily="50" charset="0"/>
                <a:cs typeface="Deacon Condensed Condensed Bold" pitchFamily="50" charset="0"/>
              </a:defRPr>
            </a:lvl1pPr>
          </a:lstStyle>
          <a:p>
            <a:pPr lvl="0"/>
            <a:r>
              <a:rPr lang="en-US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042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82B0E23-5266-8EA3-D681-363F7B756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6199" y="211725"/>
            <a:ext cx="4243664" cy="547931"/>
          </a:xfrm>
        </p:spPr>
        <p:txBody>
          <a:bodyPr>
            <a:noAutofit/>
          </a:bodyPr>
          <a:lstStyle>
            <a:lvl1pPr marL="0" indent="0" algn="r">
              <a:buNone/>
              <a:defRPr sz="1949" b="1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6382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82B0E23-5266-8EA3-D681-363F7B756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6199" y="211725"/>
            <a:ext cx="4243664" cy="547931"/>
          </a:xfrm>
        </p:spPr>
        <p:txBody>
          <a:bodyPr/>
          <a:lstStyle>
            <a:lvl1pPr marL="0" indent="0" algn="r">
              <a:buNone/>
              <a:defRPr sz="1949" b="1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6451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EB14E4A-40AF-46D0-4A46-E6566C3F4EE6}"/>
              </a:ext>
            </a:extLst>
          </p:cNvPr>
          <p:cNvSpPr/>
          <p:nvPr userDrawn="1"/>
        </p:nvSpPr>
        <p:spPr>
          <a:xfrm>
            <a:off x="7772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>
                <a:solidFill>
                  <a:schemeClr val="tx1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Praeva Partners Limited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78456F6-494D-89BA-B351-E78E0F1ED2D1}"/>
              </a:ext>
            </a:extLst>
          </p:cNvPr>
          <p:cNvSpPr/>
          <p:nvPr userDrawn="1"/>
        </p:nvSpPr>
        <p:spPr>
          <a:xfrm>
            <a:off x="3017520" y="2743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Capital Tower, 91 Waterloo Road, London, SE1 8RT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C06D97A-90B9-AD8E-C5A2-D72297E8DE32}"/>
              </a:ext>
            </a:extLst>
          </p:cNvPr>
          <p:cNvSpPr/>
          <p:nvPr userDrawn="1"/>
        </p:nvSpPr>
        <p:spPr>
          <a:xfrm>
            <a:off x="77724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>
                <a:solidFill>
                  <a:schemeClr val="tx1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Web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A283518-114E-D6DF-173F-95287F778DA5}"/>
              </a:ext>
            </a:extLst>
          </p:cNvPr>
          <p:cNvSpPr/>
          <p:nvPr userDrawn="1"/>
        </p:nvSpPr>
        <p:spPr>
          <a:xfrm>
            <a:off x="301752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www.praevapartners.com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9B42AA4-B2CE-B767-0F4A-41B86B74FE81}"/>
              </a:ext>
            </a:extLst>
          </p:cNvPr>
          <p:cNvSpPr/>
          <p:nvPr userDrawn="1"/>
        </p:nvSpPr>
        <p:spPr>
          <a:xfrm>
            <a:off x="77724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>
                <a:solidFill>
                  <a:schemeClr val="tx1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LinkedIn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DD7BBB6-3A87-5970-CD3D-F68C3978A175}"/>
              </a:ext>
            </a:extLst>
          </p:cNvPr>
          <p:cNvSpPr/>
          <p:nvPr userDrawn="1"/>
        </p:nvSpPr>
        <p:spPr>
          <a:xfrm>
            <a:off x="301752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Praeva Partners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A86A51E0-CC52-EE2C-9E74-0632AF74F7A7}"/>
              </a:ext>
            </a:extLst>
          </p:cNvPr>
          <p:cNvSpPr/>
          <p:nvPr userDrawn="1"/>
        </p:nvSpPr>
        <p:spPr>
          <a:xfrm>
            <a:off x="82296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chemeClr val="tx1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( CONFIDENCE STARTS WITH PEOPLE )</a:t>
            </a:r>
            <a:endParaRPr 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02556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696" y="459319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41146992-F186-2068-BF26-0C5BA87F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19" y="2103438"/>
            <a:ext cx="5745947" cy="1325563"/>
          </a:xfrm>
        </p:spPr>
        <p:txBody>
          <a:bodyPr/>
          <a:lstStyle>
            <a:lvl1pPr>
              <a:defRPr sz="23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88B428-33C6-9EFC-20AD-4FC9709489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77696" y="5226192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B84BC4-2A4E-1A31-607D-7549C36510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577696" y="585919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D0F883-B5C4-8F3C-DFAB-574DD4A7B07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63593" y="4593194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CD2017-F128-DC0F-5B6E-64D7BE23D02E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63591" y="5226193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773E8C5-FBFD-CD1C-5577-1A4B74F2B0E9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63591" y="585919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13B7F84-57EF-E5AB-D9D1-4D2202D8E55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60156" y="459319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068F8E2-9656-D299-0509-3AC70DB55E4E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60156" y="5226192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8A5BC17-85FF-746A-2997-46C91B17375A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360156" y="585919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C268D8F-8D11-DA4A-5190-61CAEEAF46C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22495" y="4593194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9B44DF4-F35C-1856-5B05-A2641681A31B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5422493" y="5226193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4D2E6E0-02EF-0AF1-66F8-0AA620877233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5422493" y="585919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B47D6-D4D7-A9AB-9575-6539FAE4E368}"/>
              </a:ext>
            </a:extLst>
          </p:cNvPr>
          <p:cNvSpPr txBox="1"/>
          <p:nvPr/>
        </p:nvSpPr>
        <p:spPr>
          <a:xfrm>
            <a:off x="663590" y="3949513"/>
            <a:ext cx="35421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799" b="1" i="0">
                <a:latin typeface="PP Neue Montreal" pitchFamily="2" charset="77"/>
                <a:ea typeface="PP Neue Montreal" pitchFamily="2" charset="77"/>
              </a:rPr>
              <a:t>Agenda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3139F9-0C6E-6D55-6BD7-EF8246D35496}"/>
              </a:ext>
            </a:extLst>
          </p:cNvPr>
          <p:cNvCxnSpPr>
            <a:cxnSpLocks/>
          </p:cNvCxnSpPr>
          <p:nvPr/>
        </p:nvCxnSpPr>
        <p:spPr>
          <a:xfrm>
            <a:off x="663590" y="441429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7B70E6-71A2-E333-1891-BCD12E16425B}"/>
              </a:ext>
            </a:extLst>
          </p:cNvPr>
          <p:cNvCxnSpPr>
            <a:cxnSpLocks/>
          </p:cNvCxnSpPr>
          <p:nvPr/>
        </p:nvCxnSpPr>
        <p:spPr>
          <a:xfrm>
            <a:off x="663590" y="507593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5CB2DE-3CE4-4D71-7D91-0918FFD5FC22}"/>
              </a:ext>
            </a:extLst>
          </p:cNvPr>
          <p:cNvCxnSpPr>
            <a:cxnSpLocks/>
          </p:cNvCxnSpPr>
          <p:nvPr/>
        </p:nvCxnSpPr>
        <p:spPr>
          <a:xfrm>
            <a:off x="5419575" y="441429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7D38DA-E15D-9ED6-C011-31A642B54652}"/>
              </a:ext>
            </a:extLst>
          </p:cNvPr>
          <p:cNvCxnSpPr>
            <a:cxnSpLocks/>
          </p:cNvCxnSpPr>
          <p:nvPr/>
        </p:nvCxnSpPr>
        <p:spPr>
          <a:xfrm>
            <a:off x="663590" y="573756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05EA86-B77A-6169-13E6-FCC7319E3A9F}"/>
              </a:ext>
            </a:extLst>
          </p:cNvPr>
          <p:cNvCxnSpPr>
            <a:cxnSpLocks/>
          </p:cNvCxnSpPr>
          <p:nvPr/>
        </p:nvCxnSpPr>
        <p:spPr>
          <a:xfrm>
            <a:off x="5419575" y="573756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D629A8-D6FE-2244-64BD-33C285C1553E}"/>
              </a:ext>
            </a:extLst>
          </p:cNvPr>
          <p:cNvCxnSpPr>
            <a:cxnSpLocks/>
          </p:cNvCxnSpPr>
          <p:nvPr/>
        </p:nvCxnSpPr>
        <p:spPr>
          <a:xfrm>
            <a:off x="5419575" y="507593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lide Number Placeholder 6">
            <a:extLst>
              <a:ext uri="{FF2B5EF4-FFF2-40B4-BE49-F238E27FC236}">
                <a16:creationId xmlns:a16="http://schemas.microsoft.com/office/drawing/2014/main" id="{D77902B8-379E-4E96-A2C2-9B4E07BA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72461" y="6356351"/>
            <a:ext cx="2159308" cy="360000"/>
          </a:xfrm>
        </p:spPr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2" name="Picture 1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A36601-F1AB-C569-7A33-A90406F9B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790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00">
          <p15:clr>
            <a:srgbClr val="FBAE40"/>
          </p15:clr>
        </p15:guide>
        <p15:guide id="2" pos="341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696" y="1892524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88B428-33C6-9EFC-20AD-4FC9709489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77696" y="252552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B84BC4-2A4E-1A31-607D-7549C36510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577696" y="3158521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D0F883-B5C4-8F3C-DFAB-574DD4A7B07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63593" y="1892525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CD2017-F128-DC0F-5B6E-64D7BE23D02E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63591" y="2525524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773E8C5-FBFD-CD1C-5577-1A4B74F2B0E9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63591" y="3158522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13B7F84-57EF-E5AB-D9D1-4D2202D8E55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60156" y="1892524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068F8E2-9656-D299-0509-3AC70DB55E4E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60156" y="252552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8A5BC17-85FF-746A-2997-46C91B17375A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360156" y="3158521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C268D8F-8D11-DA4A-5190-61CAEEAF46C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22495" y="1892525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9B44DF4-F35C-1856-5B05-A2641681A31B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5422493" y="2525524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4D2E6E0-02EF-0AF1-66F8-0AA620877233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5422493" y="3158522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B47D6-D4D7-A9AB-9575-6539FAE4E368}"/>
              </a:ext>
            </a:extLst>
          </p:cNvPr>
          <p:cNvSpPr txBox="1"/>
          <p:nvPr/>
        </p:nvSpPr>
        <p:spPr>
          <a:xfrm>
            <a:off x="663590" y="1248844"/>
            <a:ext cx="35421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799" b="1" i="0">
                <a:latin typeface="PP Neue Montreal" pitchFamily="2" charset="77"/>
                <a:ea typeface="PP Neue Montreal" pitchFamily="2" charset="77"/>
              </a:rPr>
              <a:t>Agenda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3139F9-0C6E-6D55-6BD7-EF8246D35496}"/>
              </a:ext>
            </a:extLst>
          </p:cNvPr>
          <p:cNvCxnSpPr>
            <a:cxnSpLocks/>
          </p:cNvCxnSpPr>
          <p:nvPr/>
        </p:nvCxnSpPr>
        <p:spPr>
          <a:xfrm>
            <a:off x="663590" y="1713622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7B70E6-71A2-E333-1891-BCD12E16425B}"/>
              </a:ext>
            </a:extLst>
          </p:cNvPr>
          <p:cNvCxnSpPr>
            <a:cxnSpLocks/>
          </p:cNvCxnSpPr>
          <p:nvPr/>
        </p:nvCxnSpPr>
        <p:spPr>
          <a:xfrm>
            <a:off x="663590" y="237526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5CB2DE-3CE4-4D71-7D91-0918FFD5FC22}"/>
              </a:ext>
            </a:extLst>
          </p:cNvPr>
          <p:cNvCxnSpPr>
            <a:cxnSpLocks/>
          </p:cNvCxnSpPr>
          <p:nvPr/>
        </p:nvCxnSpPr>
        <p:spPr>
          <a:xfrm>
            <a:off x="5419575" y="1713622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7D38DA-E15D-9ED6-C011-31A642B54652}"/>
              </a:ext>
            </a:extLst>
          </p:cNvPr>
          <p:cNvCxnSpPr>
            <a:cxnSpLocks/>
          </p:cNvCxnSpPr>
          <p:nvPr/>
        </p:nvCxnSpPr>
        <p:spPr>
          <a:xfrm>
            <a:off x="663590" y="303690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05EA86-B77A-6169-13E6-FCC7319E3A9F}"/>
              </a:ext>
            </a:extLst>
          </p:cNvPr>
          <p:cNvCxnSpPr>
            <a:cxnSpLocks/>
          </p:cNvCxnSpPr>
          <p:nvPr/>
        </p:nvCxnSpPr>
        <p:spPr>
          <a:xfrm>
            <a:off x="5419575" y="303690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D629A8-D6FE-2244-64BD-33C285C1553E}"/>
              </a:ext>
            </a:extLst>
          </p:cNvPr>
          <p:cNvCxnSpPr>
            <a:cxnSpLocks/>
          </p:cNvCxnSpPr>
          <p:nvPr/>
        </p:nvCxnSpPr>
        <p:spPr>
          <a:xfrm>
            <a:off x="5419575" y="237526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lide Number Placeholder 6">
            <a:extLst>
              <a:ext uri="{FF2B5EF4-FFF2-40B4-BE49-F238E27FC236}">
                <a16:creationId xmlns:a16="http://schemas.microsoft.com/office/drawing/2014/main" id="{D77902B8-379E-4E96-A2C2-9B4E07BA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72461" y="6356351"/>
            <a:ext cx="2159308" cy="360000"/>
          </a:xfrm>
        </p:spPr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2" name="Picture 1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A36601-F1AB-C569-7A33-A90406F9B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3B2652-0F38-E513-9966-9246FD56E5E3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1577696" y="382110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D77476-952F-4DE3-41F3-01863A4D8F6B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63591" y="382110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7652E3-8575-503C-586A-998D3DDA77E8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6360156" y="382110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09A962-64F2-3556-8C91-A86ED2F75BB8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5422493" y="382110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3352CB-7821-1DDD-4907-03DB862B1FB4}"/>
              </a:ext>
            </a:extLst>
          </p:cNvPr>
          <p:cNvCxnSpPr>
            <a:cxnSpLocks/>
          </p:cNvCxnSpPr>
          <p:nvPr/>
        </p:nvCxnSpPr>
        <p:spPr>
          <a:xfrm>
            <a:off x="663590" y="369947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FC1C686-969D-A9E0-968A-F1A3184F38D9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1577696" y="4482739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2E6688-AD57-ED51-4C63-CF1E3013B248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663591" y="4482740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147DFE-4C8A-38D5-9FBB-239536B1243D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6360156" y="4482739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93E8338-775F-431E-5D8C-92FFB0176B5C}"/>
              </a:ext>
            </a:extLst>
          </p:cNvPr>
          <p:cNvSpPr>
            <a:spLocks noGrp="1"/>
          </p:cNvSpPr>
          <p:nvPr>
            <p:ph idx="37"/>
          </p:nvPr>
        </p:nvSpPr>
        <p:spPr>
          <a:xfrm>
            <a:off x="5422493" y="4482740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4186F17-C696-3959-7F22-35DE14C0DE81}"/>
              </a:ext>
            </a:extLst>
          </p:cNvPr>
          <p:cNvCxnSpPr>
            <a:cxnSpLocks/>
          </p:cNvCxnSpPr>
          <p:nvPr/>
        </p:nvCxnSpPr>
        <p:spPr>
          <a:xfrm>
            <a:off x="663590" y="4361118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3160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00">
          <p15:clr>
            <a:srgbClr val="FBAE40"/>
          </p15:clr>
        </p15:guide>
        <p15:guide id="2" pos="3415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D509E15E-1C77-0207-8D81-65CAEE589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1513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87972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010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8960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2A08AD-E707-71E9-4BC8-305624DC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144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ECB924D-02D2-4284-62D2-722CA17A1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316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594B4DFB-9364-ACBE-6206-879B727F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505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D509E15E-1C77-0207-8D81-65CAEE589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FE69505-309A-866F-6BA8-CB9C32199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5D5C5A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8625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  <p15:guide id="3" pos="33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6CE0E7A-6A66-D1EB-B73E-401698FDE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9D643B4-1138-4ED4-3814-82A13C55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  <a:solidFill>
            <a:schemeClr val="bg2"/>
          </a:solidFill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BCCFDB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5311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A5C88EB-4BB0-9D49-4530-0D04C11B1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2A99EDF-D3AB-DF43-BD03-84FCAAA59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F0C7BF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1711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760279-394F-69E8-13C6-C7A53A4E3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DDF78-C08F-2853-98A3-5EE35498A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C5DCC4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6823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2A08AD-E707-71E9-4BC8-305624DC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3AE8BD-FEE7-0F8A-4A7B-51374D6C2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DD6833-B7FD-5C07-9479-AE5EC7F78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464448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7890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ECB924D-02D2-4284-62D2-722CA17A1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51E7C82-5842-B23F-FB80-70F473063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56F52E-D599-69C9-2BE2-BFC9C66E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554F46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4074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594B4DFB-9364-ACBE-6206-879B727F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1249275-8E36-E893-9204-C2C5C9B71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23A74D-2860-E1AB-378B-103051B3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4C5149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9672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5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5" y="4820061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829261" y="4820060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211476" y="4820059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D2AABA-9C56-3FD3-2364-1172B89D82B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562880" y="4820059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/>
        </p:nvSpPr>
        <p:spPr>
          <a:xfrm>
            <a:off x="2829261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/>
        </p:nvSpPr>
        <p:spPr>
          <a:xfrm>
            <a:off x="521147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42AEBA-32AF-98AA-6D26-DDB2975DF6A5}"/>
              </a:ext>
            </a:extLst>
          </p:cNvPr>
          <p:cNvSpPr txBox="1"/>
          <p:nvPr/>
        </p:nvSpPr>
        <p:spPr>
          <a:xfrm>
            <a:off x="7562880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4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/>
        </p:nvCxnSpPr>
        <p:spPr>
          <a:xfrm>
            <a:off x="4946829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F514B1-104D-8890-F260-14F801FC3704}"/>
              </a:ext>
            </a:extLst>
          </p:cNvPr>
          <p:cNvCxnSpPr>
            <a:cxnSpLocks/>
          </p:cNvCxnSpPr>
          <p:nvPr/>
        </p:nvCxnSpPr>
        <p:spPr>
          <a:xfrm>
            <a:off x="730026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/>
        </p:nvCxnSpPr>
        <p:spPr>
          <a:xfrm>
            <a:off x="258277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829261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211476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6D59F72-937B-4C1D-9A79-CD78D75FD590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562880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6A85A0FA-AB1C-D27B-620D-8211D3403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55408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4" y="4820061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1135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33166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/>
        </p:nvSpPr>
        <p:spPr>
          <a:xfrm>
            <a:off x="372113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/>
        </p:nvSpPr>
        <p:spPr>
          <a:xfrm>
            <a:off x="693316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/>
        </p:nvCxnSpPr>
        <p:spPr>
          <a:xfrm>
            <a:off x="667555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/>
        </p:nvCxnSpPr>
        <p:spPr>
          <a:xfrm>
            <a:off x="345586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721135" y="4183811"/>
            <a:ext cx="2725830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3316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47D1CA1A-6D51-987B-DC83-4BE2D7AF9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17684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4" y="4820061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1135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33166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/>
        </p:nvSpPr>
        <p:spPr>
          <a:xfrm>
            <a:off x="372113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/>
        </p:nvSpPr>
        <p:spPr>
          <a:xfrm>
            <a:off x="693316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/>
        </p:nvCxnSpPr>
        <p:spPr>
          <a:xfrm>
            <a:off x="667555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/>
        </p:nvCxnSpPr>
        <p:spPr>
          <a:xfrm>
            <a:off x="345586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721135" y="4183811"/>
            <a:ext cx="2725830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3316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A3474CC3-531A-F1BA-AC8E-21D7BA09E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87447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DB4-58B6-EC4C-40D1-642BCF5A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63" y="1939482"/>
            <a:ext cx="5882024" cy="1494971"/>
          </a:xfrm>
        </p:spPr>
        <p:txBody>
          <a:bodyPr>
            <a:no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869" y="4635866"/>
            <a:ext cx="9356900" cy="1822677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784E-A2AE-B438-75AB-C4F40B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B675800E-7D63-5457-1F6F-F188F5402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13815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853" y="1122363"/>
            <a:ext cx="7427119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8427-85A2-E4FC-CEEB-C9D816BD6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1949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53E17-8B3B-35C1-69B6-56A8B604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A054D-5FE3-6E8A-C12B-95F2BCCA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1597-509C-3D50-4CFA-0E21FD07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24BD4AE6-459D-18CF-68B2-0834EF53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55383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DB4-58B6-EC4C-40D1-642BCF5A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46B4A-5730-4502-C94B-C375D8FEC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126A-B886-05DB-1731-BE86A68F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784E-A2AE-B438-75AB-C4F40B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759549CE-A265-88B8-1E09-7824A20A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96690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362D-CA6C-3593-D6BD-8626016F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62" y="1709739"/>
            <a:ext cx="8541187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38914-CE5F-051F-18E2-0F4F36652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1949">
                <a:solidFill>
                  <a:schemeClr val="tx1">
                    <a:tint val="82000"/>
                  </a:schemeClr>
                </a:solidFill>
              </a:defRPr>
            </a:lvl1pPr>
            <a:lvl2pPr marL="371364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727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09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454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681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18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59954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090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311D0-9695-6911-7A48-681CBBA1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6F098-DA4F-096F-4216-5E8B24D2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9774E-4765-C772-5E03-404863FE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1438C400-06C0-E51C-8F37-8E8CA80E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13636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6594-180A-FC53-74BE-692AC77B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365127"/>
            <a:ext cx="854118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D9F2F-A499-578D-E193-B743FAF96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109" y="1681164"/>
            <a:ext cx="4189359" cy="401637"/>
          </a:xfrm>
        </p:spPr>
        <p:txBody>
          <a:bodyPr anchor="b"/>
          <a:lstStyle>
            <a:lvl1pPr marL="0" indent="0">
              <a:buNone/>
              <a:defRPr sz="1949" b="1"/>
            </a:lvl1pPr>
            <a:lvl2pPr marL="371364" indent="0">
              <a:buNone/>
              <a:defRPr sz="1625" b="1"/>
            </a:lvl2pPr>
            <a:lvl3pPr marL="742727" indent="0">
              <a:buNone/>
              <a:defRPr sz="1463" b="1"/>
            </a:lvl3pPr>
            <a:lvl4pPr marL="1114091" indent="0">
              <a:buNone/>
              <a:defRPr sz="1300" b="1"/>
            </a:lvl4pPr>
            <a:lvl5pPr marL="1485454" indent="0">
              <a:buNone/>
              <a:defRPr sz="1300" b="1"/>
            </a:lvl5pPr>
            <a:lvl6pPr marL="1856818" indent="0">
              <a:buNone/>
              <a:defRPr sz="1300" b="1"/>
            </a:lvl6pPr>
            <a:lvl7pPr marL="2228181" indent="0">
              <a:buNone/>
              <a:defRPr sz="1300" b="1"/>
            </a:lvl7pPr>
            <a:lvl8pPr marL="2599545" indent="0">
              <a:buNone/>
              <a:defRPr sz="1300" b="1"/>
            </a:lvl8pPr>
            <a:lvl9pPr marL="2970908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82142-72C3-001E-0113-975D4ACBB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109" y="2181757"/>
            <a:ext cx="4189359" cy="4007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77109-EFEA-0C64-284D-D7CB1CF07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3306" y="1681164"/>
            <a:ext cx="4209990" cy="401637"/>
          </a:xfrm>
        </p:spPr>
        <p:txBody>
          <a:bodyPr anchor="b"/>
          <a:lstStyle>
            <a:lvl1pPr marL="0" indent="0">
              <a:buNone/>
              <a:defRPr sz="1949" b="1"/>
            </a:lvl1pPr>
            <a:lvl2pPr marL="371364" indent="0">
              <a:buNone/>
              <a:defRPr sz="1625" b="1"/>
            </a:lvl2pPr>
            <a:lvl3pPr marL="742727" indent="0">
              <a:buNone/>
              <a:defRPr sz="1463" b="1"/>
            </a:lvl3pPr>
            <a:lvl4pPr marL="1114091" indent="0">
              <a:buNone/>
              <a:defRPr sz="1300" b="1"/>
            </a:lvl4pPr>
            <a:lvl5pPr marL="1485454" indent="0">
              <a:buNone/>
              <a:defRPr sz="1300" b="1"/>
            </a:lvl5pPr>
            <a:lvl6pPr marL="1856818" indent="0">
              <a:buNone/>
              <a:defRPr sz="1300" b="1"/>
            </a:lvl6pPr>
            <a:lvl7pPr marL="2228181" indent="0">
              <a:buNone/>
              <a:defRPr sz="1300" b="1"/>
            </a:lvl7pPr>
            <a:lvl8pPr marL="2599545" indent="0">
              <a:buNone/>
              <a:defRPr sz="1300" b="1"/>
            </a:lvl8pPr>
            <a:lvl9pPr marL="2970908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26200-0300-4B7C-D8EA-93CD0B1F4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3306" y="2181757"/>
            <a:ext cx="4209990" cy="4007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E790C-7C19-636A-4613-EDBE770B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626B1B-56FD-183E-4A37-FBEFAAEA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22EE2-85CE-C8E3-7A51-ADE5BE15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1C88EED-86F3-463C-6A6D-805D1EB46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29923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FAB5-9F8E-CEAD-E7A4-704FB580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9FF0A-4255-6416-144A-64B1003D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59DF3-3511-19B9-6255-29E3B865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D680A-08E2-0B22-305A-FF9419E2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73224421-DF62-B3BD-DB4B-76158FFF0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51028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34CD0-2A6E-FCF7-88B4-8E7E366E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64EEE-8238-44FC-7C2B-95450AA2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FED34-AB35-7729-0F1B-16CC7CB2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09F8CE6-7004-DC61-8C87-228CD4134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48074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50C4-EBA9-CE55-2DBF-AE095284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457200"/>
            <a:ext cx="3193919" cy="1600200"/>
          </a:xfrm>
        </p:spPr>
        <p:txBody>
          <a:bodyPr anchor="b"/>
          <a:lstStyle>
            <a:lvl1pPr>
              <a:defRPr sz="25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7155-1402-7D2E-C126-66E881F04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991" y="987427"/>
            <a:ext cx="5013306" cy="4873625"/>
          </a:xfrm>
        </p:spPr>
        <p:txBody>
          <a:bodyPr/>
          <a:lstStyle>
            <a:lvl1pPr>
              <a:defRPr sz="2599"/>
            </a:lvl1pPr>
            <a:lvl2pPr>
              <a:defRPr sz="2274"/>
            </a:lvl2pPr>
            <a:lvl3pPr>
              <a:defRPr sz="1949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AD360-5CE1-2795-95AE-F051DCB4D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110" y="2057400"/>
            <a:ext cx="3193919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364" indent="0">
              <a:buNone/>
              <a:defRPr sz="1138"/>
            </a:lvl2pPr>
            <a:lvl3pPr marL="742727" indent="0">
              <a:buNone/>
              <a:defRPr sz="975"/>
            </a:lvl3pPr>
            <a:lvl4pPr marL="1114091" indent="0">
              <a:buNone/>
              <a:defRPr sz="813"/>
            </a:lvl4pPr>
            <a:lvl5pPr marL="1485454" indent="0">
              <a:buNone/>
              <a:defRPr sz="813"/>
            </a:lvl5pPr>
            <a:lvl6pPr marL="1856818" indent="0">
              <a:buNone/>
              <a:defRPr sz="813"/>
            </a:lvl6pPr>
            <a:lvl7pPr marL="2228181" indent="0">
              <a:buNone/>
              <a:defRPr sz="813"/>
            </a:lvl7pPr>
            <a:lvl8pPr marL="2599545" indent="0">
              <a:buNone/>
              <a:defRPr sz="813"/>
            </a:lvl8pPr>
            <a:lvl9pPr marL="2970908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50A9D-F286-8F80-26A8-55395A81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E97F-D140-858A-3CC2-1B0674C9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1877C-5B51-9479-1EF1-11AB0E39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803733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5DA2-D26B-9A01-5D26-1E2C23A0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457200"/>
            <a:ext cx="3193919" cy="1600200"/>
          </a:xfrm>
        </p:spPr>
        <p:txBody>
          <a:bodyPr anchor="b"/>
          <a:lstStyle>
            <a:lvl1pPr>
              <a:defRPr sz="25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5E74F-4A0E-701E-B95F-A65DCB2B1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09991" y="987427"/>
            <a:ext cx="5013306" cy="4873625"/>
          </a:xfrm>
        </p:spPr>
        <p:txBody>
          <a:bodyPr/>
          <a:lstStyle>
            <a:lvl1pPr marL="0" indent="0">
              <a:buNone/>
              <a:defRPr sz="2599"/>
            </a:lvl1pPr>
            <a:lvl2pPr marL="371364" indent="0">
              <a:buNone/>
              <a:defRPr sz="2274"/>
            </a:lvl2pPr>
            <a:lvl3pPr marL="742727" indent="0">
              <a:buNone/>
              <a:defRPr sz="1949"/>
            </a:lvl3pPr>
            <a:lvl4pPr marL="1114091" indent="0">
              <a:buNone/>
              <a:defRPr sz="1625"/>
            </a:lvl4pPr>
            <a:lvl5pPr marL="1485454" indent="0">
              <a:buNone/>
              <a:defRPr sz="1625"/>
            </a:lvl5pPr>
            <a:lvl6pPr marL="1856818" indent="0">
              <a:buNone/>
              <a:defRPr sz="1625"/>
            </a:lvl6pPr>
            <a:lvl7pPr marL="2228181" indent="0">
              <a:buNone/>
              <a:defRPr sz="1625"/>
            </a:lvl7pPr>
            <a:lvl8pPr marL="2599545" indent="0">
              <a:buNone/>
              <a:defRPr sz="1625"/>
            </a:lvl8pPr>
            <a:lvl9pPr marL="2970908" indent="0">
              <a:buNone/>
              <a:defRPr sz="1625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8990D-9521-3712-5DC3-F9D70191C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110" y="2057400"/>
            <a:ext cx="3193919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364" indent="0">
              <a:buNone/>
              <a:defRPr sz="1138"/>
            </a:lvl2pPr>
            <a:lvl3pPr marL="742727" indent="0">
              <a:buNone/>
              <a:defRPr sz="975"/>
            </a:lvl3pPr>
            <a:lvl4pPr marL="1114091" indent="0">
              <a:buNone/>
              <a:defRPr sz="813"/>
            </a:lvl4pPr>
            <a:lvl5pPr marL="1485454" indent="0">
              <a:buNone/>
              <a:defRPr sz="813"/>
            </a:lvl5pPr>
            <a:lvl6pPr marL="1856818" indent="0">
              <a:buNone/>
              <a:defRPr sz="813"/>
            </a:lvl6pPr>
            <a:lvl7pPr marL="2228181" indent="0">
              <a:buNone/>
              <a:defRPr sz="813"/>
            </a:lvl7pPr>
            <a:lvl8pPr marL="2599545" indent="0">
              <a:buNone/>
              <a:defRPr sz="813"/>
            </a:lvl8pPr>
            <a:lvl9pPr marL="2970908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76DA8-FA3C-FF1C-D193-8D3314FD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0FF4-B693-48FE-202D-A1D42C00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5A6F4-B8AF-A809-C7CF-23D74A09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749860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FAC9-CE56-20B5-06A3-2350694A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16E84-B186-038B-5AB9-76F699C55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727E6-C53A-5948-3295-D98CC05ED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31AB8-0F4A-2B68-3213-A8AB240D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A81EC-D049-FF0B-7FEC-53FFD169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435206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D80A7-C231-F73D-B4AE-0CF8D3A16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6710" y="365125"/>
            <a:ext cx="213529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7CD15-34F4-12AC-853D-053CDEB58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0819" y="365125"/>
            <a:ext cx="628210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DB2A6-699F-9C34-D51B-309FC5F1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FA378-8F78-3772-7BD2-901790FD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4014A-A727-FC01-2967-B31C14A5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830471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82B0E23-5266-8EA3-D681-363F7B756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6199" y="211725"/>
            <a:ext cx="4243664" cy="547931"/>
          </a:xfrm>
        </p:spPr>
        <p:txBody>
          <a:bodyPr>
            <a:noAutofit/>
          </a:bodyPr>
          <a:lstStyle>
            <a:lvl1pPr marL="0" indent="0" algn="r">
              <a:buNone/>
              <a:defRPr sz="1949" b="1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32012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82B0E23-5266-8EA3-D681-363F7B756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6199" y="211725"/>
            <a:ext cx="4243664" cy="547931"/>
          </a:xfrm>
        </p:spPr>
        <p:txBody>
          <a:bodyPr/>
          <a:lstStyle>
            <a:lvl1pPr marL="0" indent="0" algn="r">
              <a:buNone/>
              <a:defRPr sz="1949" b="1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36621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81" y="4396259"/>
            <a:ext cx="9621265" cy="2462035"/>
          </a:xfrm>
        </p:spPr>
        <p:txBody>
          <a:bodyPr lIns="0" tIns="288000" rIns="0" bIns="0" anchor="ctr">
            <a:noAutofit/>
          </a:bodyPr>
          <a:lstStyle>
            <a:lvl1pPr algn="ctr">
              <a:defRPr sz="23793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PRAEVA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00FC3-E55C-CEEF-3116-FC20C4334567}"/>
              </a:ext>
            </a:extLst>
          </p:cNvPr>
          <p:cNvSpPr txBox="1">
            <a:spLocks/>
          </p:cNvSpPr>
          <p:nvPr userDrawn="1"/>
        </p:nvSpPr>
        <p:spPr>
          <a:xfrm>
            <a:off x="651350" y="1689341"/>
            <a:ext cx="4243664" cy="5479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9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5737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032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7180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 err="1">
                <a:latin typeface="+mn-lt"/>
              </a:rPr>
              <a:t>Praeva</a:t>
            </a:r>
            <a:r>
              <a:rPr lang="en-GB" sz="1949" b="0">
                <a:latin typeface="+mn-lt"/>
              </a:rPr>
              <a:t> Partners Limited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Capital Tower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91 Waterloo Road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London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</a:rPr>
              <a:t>SE1 8RT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C6E5D8D-F68D-6C45-52B3-C45496514F7D}"/>
              </a:ext>
            </a:extLst>
          </p:cNvPr>
          <p:cNvSpPr txBox="1">
            <a:spLocks/>
          </p:cNvSpPr>
          <p:nvPr userDrawn="1"/>
        </p:nvSpPr>
        <p:spPr>
          <a:xfrm>
            <a:off x="5096739" y="1689341"/>
            <a:ext cx="4243664" cy="5479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r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9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5737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0325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71800" indent="0" algn="ctr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40000"/>
              </a:lnSpc>
              <a:spcBef>
                <a:spcPts val="0"/>
              </a:spcBef>
            </a:pPr>
            <a:r>
              <a:rPr lang="en-GB" sz="1949" b="0">
                <a:latin typeface="+mn-lt"/>
                <a:hlinkClick r:id="rId2"/>
              </a:rPr>
              <a:t>www.praevapartners.com</a:t>
            </a:r>
            <a:endParaRPr lang="en-GB" sz="1949" b="0">
              <a:latin typeface="+mn-lt"/>
            </a:endParaRPr>
          </a:p>
          <a:p>
            <a:pPr marL="0" marR="0" lvl="0" indent="0" algn="r" defTabSz="742727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949" b="0" err="1">
                <a:latin typeface="+mn-lt"/>
                <a:hlinkClick r:id="rId3"/>
              </a:rPr>
              <a:t>Linkedin</a:t>
            </a:r>
            <a:endParaRPr lang="en-GB" sz="1949" b="0">
              <a:latin typeface="+mn-lt"/>
            </a:endParaRPr>
          </a:p>
          <a:p>
            <a:pPr algn="r">
              <a:lnSpc>
                <a:spcPct val="140000"/>
              </a:lnSpc>
              <a:spcBef>
                <a:spcPts val="0"/>
              </a:spcBef>
            </a:pPr>
            <a:endParaRPr lang="en-GB" sz="1949" b="0">
              <a:latin typeface="+mn-lt"/>
            </a:endParaRPr>
          </a:p>
          <a:p>
            <a:pPr algn="r">
              <a:lnSpc>
                <a:spcPct val="140000"/>
              </a:lnSpc>
              <a:spcBef>
                <a:spcPts val="0"/>
              </a:spcBef>
            </a:pPr>
            <a:endParaRPr lang="en-GB" sz="1949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3244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696" y="459319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41146992-F186-2068-BF26-0C5BA87F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19" y="2103438"/>
            <a:ext cx="5745947" cy="1325563"/>
          </a:xfrm>
        </p:spPr>
        <p:txBody>
          <a:bodyPr/>
          <a:lstStyle>
            <a:lvl1pPr>
              <a:defRPr sz="23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88B428-33C6-9EFC-20AD-4FC9709489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77696" y="5226192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B84BC4-2A4E-1A31-607D-7549C36510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577696" y="585919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D0F883-B5C4-8F3C-DFAB-574DD4A7B07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63593" y="4593194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CD2017-F128-DC0F-5B6E-64D7BE23D02E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63591" y="5226193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773E8C5-FBFD-CD1C-5577-1A4B74F2B0E9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63591" y="585919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13B7F84-57EF-E5AB-D9D1-4D2202D8E55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60156" y="459319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068F8E2-9656-D299-0509-3AC70DB55E4E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60156" y="5226192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8A5BC17-85FF-746A-2997-46C91B17375A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360156" y="585919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C268D8F-8D11-DA4A-5190-61CAEEAF46C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22495" y="4593194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9B44DF4-F35C-1856-5B05-A2641681A31B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5422493" y="5226193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4D2E6E0-02EF-0AF1-66F8-0AA620877233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5422493" y="585919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B47D6-D4D7-A9AB-9575-6539FAE4E368}"/>
              </a:ext>
            </a:extLst>
          </p:cNvPr>
          <p:cNvSpPr txBox="1"/>
          <p:nvPr userDrawn="1"/>
        </p:nvSpPr>
        <p:spPr>
          <a:xfrm>
            <a:off x="663590" y="3949513"/>
            <a:ext cx="35421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799" b="1" i="0">
                <a:latin typeface="PP Neue Montreal" pitchFamily="2" charset="77"/>
                <a:ea typeface="PP Neue Montreal" pitchFamily="2" charset="77"/>
              </a:rPr>
              <a:t>Contents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3139F9-0C6E-6D55-6BD7-EF8246D35496}"/>
              </a:ext>
            </a:extLst>
          </p:cNvPr>
          <p:cNvCxnSpPr>
            <a:cxnSpLocks/>
          </p:cNvCxnSpPr>
          <p:nvPr userDrawn="1"/>
        </p:nvCxnSpPr>
        <p:spPr>
          <a:xfrm>
            <a:off x="663590" y="441429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7B70E6-71A2-E333-1891-BCD12E16425B}"/>
              </a:ext>
            </a:extLst>
          </p:cNvPr>
          <p:cNvCxnSpPr>
            <a:cxnSpLocks/>
          </p:cNvCxnSpPr>
          <p:nvPr userDrawn="1"/>
        </p:nvCxnSpPr>
        <p:spPr>
          <a:xfrm>
            <a:off x="663590" y="507593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5CB2DE-3CE4-4D71-7D91-0918FFD5FC22}"/>
              </a:ext>
            </a:extLst>
          </p:cNvPr>
          <p:cNvCxnSpPr>
            <a:cxnSpLocks/>
          </p:cNvCxnSpPr>
          <p:nvPr userDrawn="1"/>
        </p:nvCxnSpPr>
        <p:spPr>
          <a:xfrm>
            <a:off x="5419575" y="441429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7D38DA-E15D-9ED6-C011-31A642B54652}"/>
              </a:ext>
            </a:extLst>
          </p:cNvPr>
          <p:cNvCxnSpPr>
            <a:cxnSpLocks/>
          </p:cNvCxnSpPr>
          <p:nvPr userDrawn="1"/>
        </p:nvCxnSpPr>
        <p:spPr>
          <a:xfrm>
            <a:off x="663590" y="573756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05EA86-B77A-6169-13E6-FCC7319E3A9F}"/>
              </a:ext>
            </a:extLst>
          </p:cNvPr>
          <p:cNvCxnSpPr>
            <a:cxnSpLocks/>
          </p:cNvCxnSpPr>
          <p:nvPr userDrawn="1"/>
        </p:nvCxnSpPr>
        <p:spPr>
          <a:xfrm>
            <a:off x="5419575" y="573756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D629A8-D6FE-2244-64BD-33C285C1553E}"/>
              </a:ext>
            </a:extLst>
          </p:cNvPr>
          <p:cNvCxnSpPr>
            <a:cxnSpLocks/>
          </p:cNvCxnSpPr>
          <p:nvPr userDrawn="1"/>
        </p:nvCxnSpPr>
        <p:spPr>
          <a:xfrm>
            <a:off x="5419575" y="507593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lide Number Placeholder 6">
            <a:extLst>
              <a:ext uri="{FF2B5EF4-FFF2-40B4-BE49-F238E27FC236}">
                <a16:creationId xmlns:a16="http://schemas.microsoft.com/office/drawing/2014/main" id="{D77902B8-379E-4E96-A2C2-9B4E07BA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72461" y="6356351"/>
            <a:ext cx="2159308" cy="360000"/>
          </a:xfrm>
        </p:spPr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2" name="Picture 1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A36601-F1AB-C569-7A33-A90406F9BF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69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00">
          <p15:clr>
            <a:srgbClr val="FBAE40"/>
          </p15:clr>
        </p15:guide>
        <p15:guide id="2" pos="3415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10" name="Picture 9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D509E15E-1C77-0207-8D81-65CAEE5892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08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549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55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905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2A08AD-E707-71E9-4BC8-305624DCF9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ECB924D-02D2-4284-62D2-722CA17A1B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04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594B4DFB-9364-ACBE-6206-879B727FDC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04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10" name="Picture 9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D509E15E-1C77-0207-8D81-65CAEE5892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FE69505-309A-866F-6BA8-CB9C32199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5D5C5A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9429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  <p15:guide id="3" pos="33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6CE0E7A-6A66-D1EB-B73E-401698FDE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9D643B4-1138-4ED4-3814-82A13C55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  <a:solidFill>
            <a:schemeClr val="bg2"/>
          </a:solidFill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BCCFDB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89489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A5C88EB-4BB0-9D49-4530-0D04C11B1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2A99EDF-D3AB-DF43-BD03-84FCAAA59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F0C7BF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6043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&#10;&#10;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760279-394F-69E8-13C6-C7A53A4E3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DDF78-C08F-2853-98A3-5EE35498A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C5DCC4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502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032A08AD-E707-71E9-4BC8-305624DCF9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3AE8BD-FEE7-0F8A-4A7B-51374D6C2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DD6833-B7FD-5C07-9479-AE5EC7F78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464448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2143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ECB924D-02D2-4284-62D2-722CA17A1B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51E7C82-5842-B23F-FB80-70F473063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56F52E-D599-69C9-2BE2-BFC9C66E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554F46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4152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594B4DFB-9364-ACBE-6206-879B727FDC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1249275-8E36-E893-9204-C2C5C9B71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23A74D-2860-E1AB-378B-103051B3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4C5149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024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5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5" y="4820061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829261" y="4820060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211476" y="4820059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D2AABA-9C56-3FD3-2364-1172B89D82B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562880" y="4820059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 userDrawn="1"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 userDrawn="1"/>
        </p:nvSpPr>
        <p:spPr>
          <a:xfrm>
            <a:off x="2829261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 userDrawn="1"/>
        </p:nvSpPr>
        <p:spPr>
          <a:xfrm>
            <a:off x="521147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42AEBA-32AF-98AA-6D26-DDB2975DF6A5}"/>
              </a:ext>
            </a:extLst>
          </p:cNvPr>
          <p:cNvSpPr txBox="1"/>
          <p:nvPr userDrawn="1"/>
        </p:nvSpPr>
        <p:spPr>
          <a:xfrm>
            <a:off x="7562880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4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 userDrawn="1"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 userDrawn="1"/>
        </p:nvCxnSpPr>
        <p:spPr>
          <a:xfrm>
            <a:off x="4946829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F514B1-104D-8890-F260-14F801FC3704}"/>
              </a:ext>
            </a:extLst>
          </p:cNvPr>
          <p:cNvCxnSpPr>
            <a:cxnSpLocks/>
          </p:cNvCxnSpPr>
          <p:nvPr userDrawn="1"/>
        </p:nvCxnSpPr>
        <p:spPr>
          <a:xfrm>
            <a:off x="730026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 userDrawn="1"/>
        </p:nvCxnSpPr>
        <p:spPr>
          <a:xfrm>
            <a:off x="258277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829261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211476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6D59F72-937B-4C1D-9A79-CD78D75FD590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562880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6A85A0FA-AB1C-D27B-620D-8211D34037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5475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4" y="4820061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1135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33166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 userDrawn="1"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 userDrawn="1"/>
        </p:nvSpPr>
        <p:spPr>
          <a:xfrm>
            <a:off x="372113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 userDrawn="1"/>
        </p:nvSpPr>
        <p:spPr>
          <a:xfrm>
            <a:off x="693316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 userDrawn="1"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 userDrawn="1"/>
        </p:nvCxnSpPr>
        <p:spPr>
          <a:xfrm>
            <a:off x="667555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 userDrawn="1"/>
        </p:nvCxnSpPr>
        <p:spPr>
          <a:xfrm>
            <a:off x="345586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721135" y="4183811"/>
            <a:ext cx="2725830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3316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47D1CA1A-6D51-987B-DC83-4BE2D7AF9A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4744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4" y="4820061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1135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33166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 userDrawn="1"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 userDrawn="1"/>
        </p:nvSpPr>
        <p:spPr>
          <a:xfrm>
            <a:off x="372113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 userDrawn="1"/>
        </p:nvSpPr>
        <p:spPr>
          <a:xfrm>
            <a:off x="693316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 userDrawn="1"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 userDrawn="1"/>
        </p:nvCxnSpPr>
        <p:spPr>
          <a:xfrm>
            <a:off x="667555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 userDrawn="1"/>
        </p:nvCxnSpPr>
        <p:spPr>
          <a:xfrm>
            <a:off x="345586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721135" y="4183811"/>
            <a:ext cx="2725830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3316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A3474CC3-531A-F1BA-AC8E-21D7BA09EC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9873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DB4-58B6-EC4C-40D1-642BCF5A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63" y="1939482"/>
            <a:ext cx="5882024" cy="1494971"/>
          </a:xfrm>
        </p:spPr>
        <p:txBody>
          <a:bodyPr>
            <a:noAutofit/>
          </a:bodyPr>
          <a:lstStyle>
            <a:lvl1pPr>
              <a:defRPr sz="27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869" y="4635866"/>
            <a:ext cx="9356900" cy="1822677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784E-A2AE-B438-75AB-C4F40B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B675800E-7D63-5457-1F6F-F188F54021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4092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853" y="1122363"/>
            <a:ext cx="7427119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8427-85A2-E4FC-CEEB-C9D816BD6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1949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53E17-8B3B-35C1-69B6-56A8B604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A054D-5FE3-6E8A-C12B-95F2BCCA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1597-509C-3D50-4CFA-0E21FD07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24BD4AE6-459D-18CF-68B2-0834EF5338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6735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DB4-58B6-EC4C-40D1-642BCF5A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46B4A-5730-4502-C94B-C375D8FEC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126A-B886-05DB-1731-BE86A68F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784E-A2AE-B438-75AB-C4F40B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759549CE-A265-88B8-1E09-7824A20A5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4645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362D-CA6C-3593-D6BD-8626016F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62" y="1709739"/>
            <a:ext cx="8541187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38914-CE5F-051F-18E2-0F4F36652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1949">
                <a:solidFill>
                  <a:schemeClr val="tx1">
                    <a:tint val="82000"/>
                  </a:schemeClr>
                </a:solidFill>
              </a:defRPr>
            </a:lvl1pPr>
            <a:lvl2pPr marL="371364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727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09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454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681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18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59954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090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311D0-9695-6911-7A48-681CBBA1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6F098-DA4F-096F-4216-5E8B24D2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9774E-4765-C772-5E03-404863FE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1438C400-06C0-E51C-8F37-8E8CA80E83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1958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6594-180A-FC53-74BE-692AC77B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365127"/>
            <a:ext cx="8541187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D9F2F-A499-578D-E193-B743FAF96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109" y="1681163"/>
            <a:ext cx="4189359" cy="823912"/>
          </a:xfrm>
        </p:spPr>
        <p:txBody>
          <a:bodyPr anchor="b"/>
          <a:lstStyle>
            <a:lvl1pPr marL="0" indent="0">
              <a:buNone/>
              <a:defRPr sz="1949" b="1"/>
            </a:lvl1pPr>
            <a:lvl2pPr marL="371364" indent="0">
              <a:buNone/>
              <a:defRPr sz="1625" b="1"/>
            </a:lvl2pPr>
            <a:lvl3pPr marL="742727" indent="0">
              <a:buNone/>
              <a:defRPr sz="1463" b="1"/>
            </a:lvl3pPr>
            <a:lvl4pPr marL="1114091" indent="0">
              <a:buNone/>
              <a:defRPr sz="1300" b="1"/>
            </a:lvl4pPr>
            <a:lvl5pPr marL="1485454" indent="0">
              <a:buNone/>
              <a:defRPr sz="1300" b="1"/>
            </a:lvl5pPr>
            <a:lvl6pPr marL="1856818" indent="0">
              <a:buNone/>
              <a:defRPr sz="1300" b="1"/>
            </a:lvl6pPr>
            <a:lvl7pPr marL="2228181" indent="0">
              <a:buNone/>
              <a:defRPr sz="1300" b="1"/>
            </a:lvl7pPr>
            <a:lvl8pPr marL="2599545" indent="0">
              <a:buNone/>
              <a:defRPr sz="1300" b="1"/>
            </a:lvl8pPr>
            <a:lvl9pPr marL="2970908" indent="0">
              <a:buNone/>
              <a:defRPr sz="13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82142-72C3-001E-0113-975D4ACBB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109" y="2505075"/>
            <a:ext cx="4189359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77109-EFEA-0C64-284D-D7CB1CF07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3306" y="1681163"/>
            <a:ext cx="4209990" cy="823912"/>
          </a:xfrm>
        </p:spPr>
        <p:txBody>
          <a:bodyPr anchor="b"/>
          <a:lstStyle>
            <a:lvl1pPr marL="0" indent="0">
              <a:buNone/>
              <a:defRPr sz="1949" b="1"/>
            </a:lvl1pPr>
            <a:lvl2pPr marL="371364" indent="0">
              <a:buNone/>
              <a:defRPr sz="1625" b="1"/>
            </a:lvl2pPr>
            <a:lvl3pPr marL="742727" indent="0">
              <a:buNone/>
              <a:defRPr sz="1463" b="1"/>
            </a:lvl3pPr>
            <a:lvl4pPr marL="1114091" indent="0">
              <a:buNone/>
              <a:defRPr sz="1300" b="1"/>
            </a:lvl4pPr>
            <a:lvl5pPr marL="1485454" indent="0">
              <a:buNone/>
              <a:defRPr sz="1300" b="1"/>
            </a:lvl5pPr>
            <a:lvl6pPr marL="1856818" indent="0">
              <a:buNone/>
              <a:defRPr sz="1300" b="1"/>
            </a:lvl6pPr>
            <a:lvl7pPr marL="2228181" indent="0">
              <a:buNone/>
              <a:defRPr sz="1300" b="1"/>
            </a:lvl7pPr>
            <a:lvl8pPr marL="2599545" indent="0">
              <a:buNone/>
              <a:defRPr sz="1300" b="1"/>
            </a:lvl8pPr>
            <a:lvl9pPr marL="2970908" indent="0">
              <a:buNone/>
              <a:defRPr sz="13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26200-0300-4B7C-D8EA-93CD0B1F4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3306" y="2505075"/>
            <a:ext cx="420999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E790C-7C19-636A-4613-EDBE770B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626B1B-56FD-183E-4A37-FBEFAAEA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22EE2-85CE-C8E3-7A51-ADE5BE15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1C88EED-86F3-463C-6A6D-805D1EB467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6707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FAB5-9F8E-CEAD-E7A4-704FB580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9FF0A-4255-6416-144A-64B1003D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59DF3-3511-19B9-6255-29E3B865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D680A-08E2-0B22-305A-FF9419E2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73224421-DF62-B3BD-DB4B-76158FFF07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1033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34CD0-2A6E-FCF7-88B4-8E7E366E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64EEE-8238-44FC-7C2B-95450AA2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FED34-AB35-7729-0F1B-16CC7CB2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ack letter on a black background&#10;&#10;AI-generated content may be incorrect.">
            <a:extLst>
              <a:ext uri="{FF2B5EF4-FFF2-40B4-BE49-F238E27FC236}">
                <a16:creationId xmlns:a16="http://schemas.microsoft.com/office/drawing/2014/main" id="{909F8CE6-7004-DC61-8C87-228CD4134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04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50C4-EBA9-CE55-2DBF-AE095284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457200"/>
            <a:ext cx="3193919" cy="1600200"/>
          </a:xfrm>
        </p:spPr>
        <p:txBody>
          <a:bodyPr anchor="b"/>
          <a:lstStyle>
            <a:lvl1pPr>
              <a:defRPr sz="25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7155-1402-7D2E-C126-66E881F04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991" y="987427"/>
            <a:ext cx="5013306" cy="4873625"/>
          </a:xfrm>
        </p:spPr>
        <p:txBody>
          <a:bodyPr/>
          <a:lstStyle>
            <a:lvl1pPr>
              <a:defRPr sz="2599"/>
            </a:lvl1pPr>
            <a:lvl2pPr>
              <a:defRPr sz="2274"/>
            </a:lvl2pPr>
            <a:lvl3pPr>
              <a:defRPr sz="1949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AD360-5CE1-2795-95AE-F051DCB4D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110" y="2057400"/>
            <a:ext cx="3193919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364" indent="0">
              <a:buNone/>
              <a:defRPr sz="1138"/>
            </a:lvl2pPr>
            <a:lvl3pPr marL="742727" indent="0">
              <a:buNone/>
              <a:defRPr sz="975"/>
            </a:lvl3pPr>
            <a:lvl4pPr marL="1114091" indent="0">
              <a:buNone/>
              <a:defRPr sz="813"/>
            </a:lvl4pPr>
            <a:lvl5pPr marL="1485454" indent="0">
              <a:buNone/>
              <a:defRPr sz="813"/>
            </a:lvl5pPr>
            <a:lvl6pPr marL="1856818" indent="0">
              <a:buNone/>
              <a:defRPr sz="813"/>
            </a:lvl6pPr>
            <a:lvl7pPr marL="2228181" indent="0">
              <a:buNone/>
              <a:defRPr sz="813"/>
            </a:lvl7pPr>
            <a:lvl8pPr marL="2599545" indent="0">
              <a:buNone/>
              <a:defRPr sz="813"/>
            </a:lvl8pPr>
            <a:lvl9pPr marL="2970908" indent="0">
              <a:buNone/>
              <a:defRPr sz="81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50A9D-F286-8F80-26A8-55395A81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E97F-D140-858A-3CC2-1B0674C9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1877C-5B51-9479-1EF1-11AB0E39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20833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5DA2-D26B-9A01-5D26-1E2C23A0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457200"/>
            <a:ext cx="3193919" cy="1600200"/>
          </a:xfrm>
        </p:spPr>
        <p:txBody>
          <a:bodyPr anchor="b"/>
          <a:lstStyle>
            <a:lvl1pPr>
              <a:defRPr sz="25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5E74F-4A0E-701E-B95F-A65DCB2B1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09991" y="987427"/>
            <a:ext cx="5013306" cy="4873625"/>
          </a:xfrm>
        </p:spPr>
        <p:txBody>
          <a:bodyPr/>
          <a:lstStyle>
            <a:lvl1pPr marL="0" indent="0">
              <a:buNone/>
              <a:defRPr sz="2599"/>
            </a:lvl1pPr>
            <a:lvl2pPr marL="371364" indent="0">
              <a:buNone/>
              <a:defRPr sz="2274"/>
            </a:lvl2pPr>
            <a:lvl3pPr marL="742727" indent="0">
              <a:buNone/>
              <a:defRPr sz="1949"/>
            </a:lvl3pPr>
            <a:lvl4pPr marL="1114091" indent="0">
              <a:buNone/>
              <a:defRPr sz="1625"/>
            </a:lvl4pPr>
            <a:lvl5pPr marL="1485454" indent="0">
              <a:buNone/>
              <a:defRPr sz="1625"/>
            </a:lvl5pPr>
            <a:lvl6pPr marL="1856818" indent="0">
              <a:buNone/>
              <a:defRPr sz="1625"/>
            </a:lvl6pPr>
            <a:lvl7pPr marL="2228181" indent="0">
              <a:buNone/>
              <a:defRPr sz="1625"/>
            </a:lvl7pPr>
            <a:lvl8pPr marL="2599545" indent="0">
              <a:buNone/>
              <a:defRPr sz="1625"/>
            </a:lvl8pPr>
            <a:lvl9pPr marL="2970908" indent="0">
              <a:buNone/>
              <a:defRPr sz="1625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8990D-9521-3712-5DC3-F9D70191C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110" y="2057400"/>
            <a:ext cx="3193919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364" indent="0">
              <a:buNone/>
              <a:defRPr sz="1138"/>
            </a:lvl2pPr>
            <a:lvl3pPr marL="742727" indent="0">
              <a:buNone/>
              <a:defRPr sz="975"/>
            </a:lvl3pPr>
            <a:lvl4pPr marL="1114091" indent="0">
              <a:buNone/>
              <a:defRPr sz="813"/>
            </a:lvl4pPr>
            <a:lvl5pPr marL="1485454" indent="0">
              <a:buNone/>
              <a:defRPr sz="813"/>
            </a:lvl5pPr>
            <a:lvl6pPr marL="1856818" indent="0">
              <a:buNone/>
              <a:defRPr sz="813"/>
            </a:lvl6pPr>
            <a:lvl7pPr marL="2228181" indent="0">
              <a:buNone/>
              <a:defRPr sz="813"/>
            </a:lvl7pPr>
            <a:lvl8pPr marL="2599545" indent="0">
              <a:buNone/>
              <a:defRPr sz="813"/>
            </a:lvl8pPr>
            <a:lvl9pPr marL="2970908" indent="0">
              <a:buNone/>
              <a:defRPr sz="81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76DA8-FA3C-FF1C-D193-8D3314FD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0FF4-B693-48FE-202D-A1D42C00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5A6F4-B8AF-A809-C7CF-23D74A09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60853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FAC9-CE56-20B5-06A3-2350694A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16E84-B186-038B-5AB9-76F699C55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727E6-C53A-5948-3295-D98CC05ED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31AB8-0F4A-2B68-3213-A8AB240D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A81EC-D049-FF0B-7FEC-53FFD169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45223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D80A7-C231-F73D-B4AE-0CF8D3A16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6710" y="365125"/>
            <a:ext cx="2135296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7CD15-34F4-12AC-853D-053CDEB58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0819" y="365125"/>
            <a:ext cx="628210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DB2A6-699F-9C34-D51B-309FC5F1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FA378-8F78-3772-7BD2-901790FD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4014A-A727-FC01-2967-B31C14A5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99804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696" y="459319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41146992-F186-2068-BF26-0C5BA87F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19" y="2103438"/>
            <a:ext cx="5745947" cy="1325563"/>
          </a:xfrm>
        </p:spPr>
        <p:txBody>
          <a:bodyPr/>
          <a:lstStyle>
            <a:lvl1pPr>
              <a:defRPr sz="23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88B428-33C6-9EFC-20AD-4FC9709489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577696" y="5226192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B84BC4-2A4E-1A31-607D-7549C36510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577696" y="585919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D0F883-B5C4-8F3C-DFAB-574DD4A7B07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63593" y="4593194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CD2017-F128-DC0F-5B6E-64D7BE23D02E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63591" y="5226193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773E8C5-FBFD-CD1C-5577-1A4B74F2B0E9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63591" y="585919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13B7F84-57EF-E5AB-D9D1-4D2202D8E55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60156" y="4593193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068F8E2-9656-D299-0509-3AC70DB55E4E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360156" y="5226192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8A5BC17-85FF-746A-2997-46C91B17375A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360156" y="5859190"/>
            <a:ext cx="2879077" cy="360000"/>
          </a:xfrm>
        </p:spPr>
        <p:txBody>
          <a:bodyPr>
            <a:no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C268D8F-8D11-DA4A-5190-61CAEEAF46C8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22495" y="4593194"/>
            <a:ext cx="593305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9B44DF4-F35C-1856-5B05-A2641681A31B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5422493" y="5226193"/>
            <a:ext cx="593306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4D2E6E0-02EF-0AF1-66F8-0AA620877233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5422493" y="5859191"/>
            <a:ext cx="593307" cy="360000"/>
          </a:xfrm>
        </p:spPr>
        <p:txBody>
          <a:bodyPr>
            <a:noAutofit/>
          </a:bodyPr>
          <a:lstStyle>
            <a:lvl1pPr>
              <a:buNone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B47D6-D4D7-A9AB-9575-6539FAE4E368}"/>
              </a:ext>
            </a:extLst>
          </p:cNvPr>
          <p:cNvSpPr txBox="1"/>
          <p:nvPr userDrawn="1"/>
        </p:nvSpPr>
        <p:spPr>
          <a:xfrm>
            <a:off x="663590" y="3949513"/>
            <a:ext cx="354216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799" b="1" i="0">
                <a:latin typeface="PP Neue Montreal" pitchFamily="2" charset="77"/>
                <a:ea typeface="PP Neue Montreal" pitchFamily="2" charset="77"/>
              </a:rPr>
              <a:t>Contents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3139F9-0C6E-6D55-6BD7-EF8246D35496}"/>
              </a:ext>
            </a:extLst>
          </p:cNvPr>
          <p:cNvCxnSpPr>
            <a:cxnSpLocks/>
          </p:cNvCxnSpPr>
          <p:nvPr userDrawn="1"/>
        </p:nvCxnSpPr>
        <p:spPr>
          <a:xfrm>
            <a:off x="663590" y="441429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7B70E6-71A2-E333-1891-BCD12E16425B}"/>
              </a:ext>
            </a:extLst>
          </p:cNvPr>
          <p:cNvCxnSpPr>
            <a:cxnSpLocks/>
          </p:cNvCxnSpPr>
          <p:nvPr userDrawn="1"/>
        </p:nvCxnSpPr>
        <p:spPr>
          <a:xfrm>
            <a:off x="663590" y="507593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5CB2DE-3CE4-4D71-7D91-0918FFD5FC22}"/>
              </a:ext>
            </a:extLst>
          </p:cNvPr>
          <p:cNvCxnSpPr>
            <a:cxnSpLocks/>
          </p:cNvCxnSpPr>
          <p:nvPr userDrawn="1"/>
        </p:nvCxnSpPr>
        <p:spPr>
          <a:xfrm>
            <a:off x="5419575" y="4414291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7D38DA-E15D-9ED6-C011-31A642B54652}"/>
              </a:ext>
            </a:extLst>
          </p:cNvPr>
          <p:cNvCxnSpPr>
            <a:cxnSpLocks/>
          </p:cNvCxnSpPr>
          <p:nvPr userDrawn="1"/>
        </p:nvCxnSpPr>
        <p:spPr>
          <a:xfrm>
            <a:off x="663590" y="573756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05EA86-B77A-6169-13E6-FCC7319E3A9F}"/>
              </a:ext>
            </a:extLst>
          </p:cNvPr>
          <p:cNvCxnSpPr>
            <a:cxnSpLocks/>
          </p:cNvCxnSpPr>
          <p:nvPr userDrawn="1"/>
        </p:nvCxnSpPr>
        <p:spPr>
          <a:xfrm>
            <a:off x="5419575" y="5737569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D629A8-D6FE-2244-64BD-33C285C1553E}"/>
              </a:ext>
            </a:extLst>
          </p:cNvPr>
          <p:cNvCxnSpPr>
            <a:cxnSpLocks/>
          </p:cNvCxnSpPr>
          <p:nvPr userDrawn="1"/>
        </p:nvCxnSpPr>
        <p:spPr>
          <a:xfrm>
            <a:off x="5419575" y="5075930"/>
            <a:ext cx="40666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lide Number Placeholder 6">
            <a:extLst>
              <a:ext uri="{FF2B5EF4-FFF2-40B4-BE49-F238E27FC236}">
                <a16:creationId xmlns:a16="http://schemas.microsoft.com/office/drawing/2014/main" id="{D77902B8-379E-4E96-A2C2-9B4E07BA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72461" y="6356351"/>
            <a:ext cx="2159308" cy="360000"/>
          </a:xfrm>
        </p:spPr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2" name="Picture 1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03A36601-F1AB-C569-7A33-A90406F9BF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12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00">
          <p15:clr>
            <a:srgbClr val="FBAE40"/>
          </p15:clr>
        </p15:guide>
        <p15:guide id="2" pos="341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10" name="Picture 9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D509E15E-1C77-0207-8D81-65CAEE5892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51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  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9699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  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13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  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2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221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3" name="Picture 2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032A08AD-E707-71E9-4BC8-305624DCF9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72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3" name="Picture 2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9ECB924D-02D2-4284-62D2-722CA17A1B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39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424" y="1368024"/>
            <a:ext cx="7427119" cy="4135437"/>
          </a:xfrm>
        </p:spPr>
        <p:txBody>
          <a:bodyPr anchor="ctr">
            <a:noAutofit/>
          </a:bodyPr>
          <a:lstStyle>
            <a:lvl1pPr algn="ctr">
              <a:defRPr sz="7998">
                <a:solidFill>
                  <a:schemeClr val="tx1"/>
                </a:solidFill>
                <a:latin typeface="Deacon Condensed Condensed Bold" pitchFamily="2" charset="77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3" name="Picture 2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594B4DFB-9364-ACBE-6206-879B727FDC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87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10" name="Picture 9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D509E15E-1C77-0207-8D81-65CAEE5892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FE69505-309A-866F-6BA8-CB9C32199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5D5C5A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15051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  <p15:guide id="3" pos="33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vid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  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6CE0E7A-6A66-D1EB-B73E-401698FDE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9D643B4-1138-4ED4-3814-82A13C55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  <a:solidFill>
            <a:schemeClr val="bg2"/>
          </a:solidFill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BCCFDB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61404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  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A5C88EB-4BB0-9D49-4530-0D04C11B1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2A99EDF-D3AB-DF43-BD03-84FCAAA59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F0C7BF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23674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in a black background  AI-generated content may be incorrect.">
            <a:extLst>
              <a:ext uri="{FF2B5EF4-FFF2-40B4-BE49-F238E27FC236}">
                <a16:creationId xmlns:a16="http://schemas.microsoft.com/office/drawing/2014/main" id="{7A59C7FD-43C4-7216-9B25-1921E713F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760279-394F-69E8-13C6-C7A53A4E3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solidFill>
                  <a:schemeClr val="tx2"/>
                </a:solidFill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DDF78-C08F-2853-98A3-5EE35498A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C5DCC4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83953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032A08AD-E707-71E9-4BC8-305624DCF9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3AE8BD-FEE7-0F8A-4A7B-51374D6C2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DD6833-B7FD-5C07-9479-AE5EC7F78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464448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846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9ECB924D-02D2-4284-62D2-722CA17A1B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51E7C82-5842-B23F-FB80-70F473063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56F52E-D599-69C9-2BE2-BFC9C66E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554F46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60336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594B4DFB-9364-ACBE-6206-879B727FDC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1249275-8E36-E893-9204-C2C5C9B71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37" y="1909824"/>
            <a:ext cx="7427119" cy="1519177"/>
          </a:xfrm>
        </p:spPr>
        <p:txBody>
          <a:bodyPr lIns="0" tIns="0" rIns="0" bIns="0" anchor="b">
            <a:noAutofit/>
          </a:bodyPr>
          <a:lstStyle>
            <a:lvl1pPr algn="l">
              <a:defRPr sz="5998">
                <a:latin typeface="+mj-lt"/>
                <a:cs typeface="Deacon Condensed Condensed 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23A74D-2860-E1AB-378B-103051B3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6" y="3524652"/>
            <a:ext cx="7427119" cy="324088"/>
          </a:xfrm>
        </p:spPr>
        <p:txBody>
          <a:bodyPr lIns="0" tIns="0" rIns="0" bIns="0" anchor="b"/>
          <a:lstStyle>
            <a:lvl1pPr marL="0" indent="0" algn="l">
              <a:buNone/>
              <a:defRPr sz="1949" b="1">
                <a:solidFill>
                  <a:srgbClr val="4C5149"/>
                </a:solidFill>
              </a:defRPr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02203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orient="horz" pos="232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5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5" y="4820061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829261" y="4820060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211476" y="4820059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D2AABA-9C56-3FD3-2364-1172B89D82B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562880" y="4820059"/>
            <a:ext cx="1835412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 userDrawn="1"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 userDrawn="1"/>
        </p:nvSpPr>
        <p:spPr>
          <a:xfrm>
            <a:off x="2829261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 userDrawn="1"/>
        </p:nvSpPr>
        <p:spPr>
          <a:xfrm>
            <a:off x="521147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42AEBA-32AF-98AA-6D26-DDB2975DF6A5}"/>
              </a:ext>
            </a:extLst>
          </p:cNvPr>
          <p:cNvSpPr txBox="1"/>
          <p:nvPr userDrawn="1"/>
        </p:nvSpPr>
        <p:spPr>
          <a:xfrm>
            <a:off x="7562880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4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 userDrawn="1"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 userDrawn="1"/>
        </p:nvCxnSpPr>
        <p:spPr>
          <a:xfrm>
            <a:off x="4946829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F514B1-104D-8890-F260-14F801FC3704}"/>
              </a:ext>
            </a:extLst>
          </p:cNvPr>
          <p:cNvCxnSpPr>
            <a:cxnSpLocks/>
          </p:cNvCxnSpPr>
          <p:nvPr userDrawn="1"/>
        </p:nvCxnSpPr>
        <p:spPr>
          <a:xfrm>
            <a:off x="730026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 userDrawn="1"/>
        </p:nvCxnSpPr>
        <p:spPr>
          <a:xfrm>
            <a:off x="258277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829261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211476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6D59F72-937B-4C1D-9A79-CD78D75FD590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562880" y="4183811"/>
            <a:ext cx="1835412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6A85A0FA-AB1C-D27B-620D-8211D34037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2027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4" y="4820061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1135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33166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 userDrawn="1"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 userDrawn="1"/>
        </p:nvSpPr>
        <p:spPr>
          <a:xfrm>
            <a:off x="372113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 userDrawn="1"/>
        </p:nvSpPr>
        <p:spPr>
          <a:xfrm>
            <a:off x="693316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 userDrawn="1"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 userDrawn="1"/>
        </p:nvCxnSpPr>
        <p:spPr>
          <a:xfrm>
            <a:off x="667555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 userDrawn="1"/>
        </p:nvCxnSpPr>
        <p:spPr>
          <a:xfrm>
            <a:off x="345586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721135" y="4183811"/>
            <a:ext cx="2725830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3316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47D1CA1A-6D51-987B-DC83-4BE2D7AF9A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261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48F21B9-554C-148B-0828-00B7FD5C0CE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9291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B55E-C144-22FB-F6ED-3528BFED7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2914" y="4820061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E279E-47C6-ED41-4852-CCAD90FB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F3087-A973-16D7-3B31-FD912448C4A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1135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2AE63B-F1C8-1F79-540D-41AF4FC54C8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33166" y="4820060"/>
            <a:ext cx="2699135" cy="1296000"/>
          </a:xfrm>
        </p:spPr>
        <p:txBody>
          <a:bodyPr/>
          <a:lstStyle>
            <a:lvl1pPr>
              <a:lnSpc>
                <a:spcPct val="140000"/>
              </a:lnSpc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C292C7-A30F-9210-E682-48A79617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899382"/>
            <a:ext cx="9347150" cy="1325563"/>
          </a:xfrm>
        </p:spPr>
        <p:txBody>
          <a:bodyPr/>
          <a:lstStyle>
            <a:lvl1pPr>
              <a:defRPr sz="39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89513-8CFB-098B-0357-0C3052F53F8E}"/>
              </a:ext>
            </a:extLst>
          </p:cNvPr>
          <p:cNvSpPr txBox="1"/>
          <p:nvPr userDrawn="1"/>
        </p:nvSpPr>
        <p:spPr>
          <a:xfrm>
            <a:off x="49291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4B736-BE1B-D367-40C4-5A64D4087C64}"/>
              </a:ext>
            </a:extLst>
          </p:cNvPr>
          <p:cNvSpPr txBox="1"/>
          <p:nvPr userDrawn="1"/>
        </p:nvSpPr>
        <p:spPr>
          <a:xfrm>
            <a:off x="3721135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EAA7E-E91F-899C-5265-95C4734ED614}"/>
              </a:ext>
            </a:extLst>
          </p:cNvPr>
          <p:cNvSpPr txBox="1"/>
          <p:nvPr userDrawn="1"/>
        </p:nvSpPr>
        <p:spPr>
          <a:xfrm>
            <a:off x="6933166" y="3000571"/>
            <a:ext cx="114552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3199">
                <a:latin typeface="Deacon Condensed Condensed Bold" pitchFamily="2" charset="77"/>
                <a:cs typeface="Deacon Condensed Condensed Bold" pitchFamily="2" charset="77"/>
              </a:rPr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1BEDD-52FB-E9F8-D85F-0197471AB0D2}"/>
              </a:ext>
            </a:extLst>
          </p:cNvPr>
          <p:cNvCxnSpPr>
            <a:cxnSpLocks/>
          </p:cNvCxnSpPr>
          <p:nvPr userDrawn="1"/>
        </p:nvCxnSpPr>
        <p:spPr>
          <a:xfrm>
            <a:off x="282712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9D2E7-7C9A-B866-2E01-793DBDB18182}"/>
              </a:ext>
            </a:extLst>
          </p:cNvPr>
          <p:cNvCxnSpPr>
            <a:cxnSpLocks/>
          </p:cNvCxnSpPr>
          <p:nvPr userDrawn="1"/>
        </p:nvCxnSpPr>
        <p:spPr>
          <a:xfrm>
            <a:off x="6675555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CCFB2E-31F6-548A-2E73-E9E1D7A083B3}"/>
              </a:ext>
            </a:extLst>
          </p:cNvPr>
          <p:cNvCxnSpPr>
            <a:cxnSpLocks/>
          </p:cNvCxnSpPr>
          <p:nvPr userDrawn="1"/>
        </p:nvCxnSpPr>
        <p:spPr>
          <a:xfrm>
            <a:off x="3455861" y="2866490"/>
            <a:ext cx="0" cy="327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E67781-E214-EF66-F24E-EC9A3B06F14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721135" y="4183811"/>
            <a:ext cx="2725830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17175F-C78F-D43C-ECCD-DD6003976FE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933164" y="4183811"/>
            <a:ext cx="2699135" cy="502491"/>
          </a:xfrm>
        </p:spPr>
        <p:txBody>
          <a:bodyPr anchor="b"/>
          <a:lstStyle>
            <a:lvl1pPr>
              <a:defRPr sz="16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A3474CC3-531A-F1BA-AC8E-21D7BA09EC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1461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DB4-58B6-EC4C-40D1-642BCF5A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63" y="1939482"/>
            <a:ext cx="5882024" cy="1494971"/>
          </a:xfrm>
        </p:spPr>
        <p:txBody>
          <a:bodyPr>
            <a:noAutofit/>
          </a:bodyPr>
          <a:lstStyle>
            <a:lvl1pPr>
              <a:defRPr sz="279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869" y="4635866"/>
            <a:ext cx="9356900" cy="1822677"/>
          </a:xfrm>
        </p:spPr>
        <p:txBody>
          <a:bodyPr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784E-A2AE-B438-75AB-C4F40B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B675800E-7D63-5457-1F6F-F188F54021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1048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D717-0840-7107-2BDE-1853728A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853" y="1122363"/>
            <a:ext cx="7427119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8427-85A2-E4FC-CEEB-C9D816BD6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1949"/>
            </a:lvl1pPr>
            <a:lvl2pPr marL="371364" indent="0" algn="ctr">
              <a:buNone/>
              <a:defRPr sz="1625"/>
            </a:lvl2pPr>
            <a:lvl3pPr marL="742727" indent="0" algn="ctr">
              <a:buNone/>
              <a:defRPr sz="1463"/>
            </a:lvl3pPr>
            <a:lvl4pPr marL="1114091" indent="0" algn="ctr">
              <a:buNone/>
              <a:defRPr sz="1300"/>
            </a:lvl4pPr>
            <a:lvl5pPr marL="1485454" indent="0" algn="ctr">
              <a:buNone/>
              <a:defRPr sz="1300"/>
            </a:lvl5pPr>
            <a:lvl6pPr marL="1856818" indent="0" algn="ctr">
              <a:buNone/>
              <a:defRPr sz="1300"/>
            </a:lvl6pPr>
            <a:lvl7pPr marL="2228181" indent="0" algn="ctr">
              <a:buNone/>
              <a:defRPr sz="1300"/>
            </a:lvl7pPr>
            <a:lvl8pPr marL="2599545" indent="0" algn="ctr">
              <a:buNone/>
              <a:defRPr sz="1300"/>
            </a:lvl8pPr>
            <a:lvl9pPr marL="2970908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53E17-8B3B-35C1-69B6-56A8B604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A054D-5FE3-6E8A-C12B-95F2BCCA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1597-509C-3D50-4CFA-0E21FD07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24BD4AE6-459D-18CF-68B2-0834EF5338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2103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9DB4-58B6-EC4C-40D1-642BCF5A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D65A-D64F-3F41-B4A6-3D968F703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46B4A-5730-4502-C94B-C375D8FEC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126A-B886-05DB-1731-BE86A68F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784E-A2AE-B438-75AB-C4F40B94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759549CE-A265-88B8-1E09-7824A20A5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9555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362D-CA6C-3593-D6BD-8626016F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62" y="1709739"/>
            <a:ext cx="8541187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38914-CE5F-051F-18E2-0F4F36652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1949">
                <a:solidFill>
                  <a:schemeClr val="tx1">
                    <a:tint val="82000"/>
                  </a:schemeClr>
                </a:solidFill>
              </a:defRPr>
            </a:lvl1pPr>
            <a:lvl2pPr marL="371364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727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09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454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681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181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59954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0908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311D0-9695-6911-7A48-681CBBA1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6F098-DA4F-096F-4216-5E8B24D2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9774E-4765-C772-5E03-404863FE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1438C400-06C0-E51C-8F37-8E8CA80E83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0515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6594-180A-FC53-74BE-692AC77B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10" y="365127"/>
            <a:ext cx="8541187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D9F2F-A499-578D-E193-B743FAF96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109" y="1681163"/>
            <a:ext cx="4189359" cy="823912"/>
          </a:xfrm>
        </p:spPr>
        <p:txBody>
          <a:bodyPr anchor="b"/>
          <a:lstStyle>
            <a:lvl1pPr marL="0" indent="0">
              <a:buNone/>
              <a:defRPr sz="1949" b="1"/>
            </a:lvl1pPr>
            <a:lvl2pPr marL="371364" indent="0">
              <a:buNone/>
              <a:defRPr sz="1625" b="1"/>
            </a:lvl2pPr>
            <a:lvl3pPr marL="742727" indent="0">
              <a:buNone/>
              <a:defRPr sz="1463" b="1"/>
            </a:lvl3pPr>
            <a:lvl4pPr marL="1114091" indent="0">
              <a:buNone/>
              <a:defRPr sz="1300" b="1"/>
            </a:lvl4pPr>
            <a:lvl5pPr marL="1485454" indent="0">
              <a:buNone/>
              <a:defRPr sz="1300" b="1"/>
            </a:lvl5pPr>
            <a:lvl6pPr marL="1856818" indent="0">
              <a:buNone/>
              <a:defRPr sz="1300" b="1"/>
            </a:lvl6pPr>
            <a:lvl7pPr marL="2228181" indent="0">
              <a:buNone/>
              <a:defRPr sz="1300" b="1"/>
            </a:lvl7pPr>
            <a:lvl8pPr marL="2599545" indent="0">
              <a:buNone/>
              <a:defRPr sz="1300" b="1"/>
            </a:lvl8pPr>
            <a:lvl9pPr marL="2970908" indent="0">
              <a:buNone/>
              <a:defRPr sz="13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82142-72C3-001E-0113-975D4ACBB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109" y="2505075"/>
            <a:ext cx="4189359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77109-EFEA-0C64-284D-D7CB1CF07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3306" y="1681163"/>
            <a:ext cx="4209990" cy="823912"/>
          </a:xfrm>
        </p:spPr>
        <p:txBody>
          <a:bodyPr anchor="b"/>
          <a:lstStyle>
            <a:lvl1pPr marL="0" indent="0">
              <a:buNone/>
              <a:defRPr sz="1949" b="1"/>
            </a:lvl1pPr>
            <a:lvl2pPr marL="371364" indent="0">
              <a:buNone/>
              <a:defRPr sz="1625" b="1"/>
            </a:lvl2pPr>
            <a:lvl3pPr marL="742727" indent="0">
              <a:buNone/>
              <a:defRPr sz="1463" b="1"/>
            </a:lvl3pPr>
            <a:lvl4pPr marL="1114091" indent="0">
              <a:buNone/>
              <a:defRPr sz="1300" b="1"/>
            </a:lvl4pPr>
            <a:lvl5pPr marL="1485454" indent="0">
              <a:buNone/>
              <a:defRPr sz="1300" b="1"/>
            </a:lvl5pPr>
            <a:lvl6pPr marL="1856818" indent="0">
              <a:buNone/>
              <a:defRPr sz="1300" b="1"/>
            </a:lvl6pPr>
            <a:lvl7pPr marL="2228181" indent="0">
              <a:buNone/>
              <a:defRPr sz="1300" b="1"/>
            </a:lvl7pPr>
            <a:lvl8pPr marL="2599545" indent="0">
              <a:buNone/>
              <a:defRPr sz="1300" b="1"/>
            </a:lvl8pPr>
            <a:lvl9pPr marL="2970908" indent="0">
              <a:buNone/>
              <a:defRPr sz="13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26200-0300-4B7C-D8EA-93CD0B1F4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3306" y="2505075"/>
            <a:ext cx="420999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E790C-7C19-636A-4613-EDBE770B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626B1B-56FD-183E-4A37-FBEFAAEA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22EE2-85CE-C8E3-7A51-ADE5BE15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91C88EED-86F3-463C-6A6D-805D1EB467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4020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FAB5-9F8E-CEAD-E7A4-704FB580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9FF0A-4255-6416-144A-64B1003D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59DF3-3511-19B9-6255-29E3B865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D680A-08E2-0B22-305A-FF9419E2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73224421-DF62-B3BD-DB4B-76158FFF07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11733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34CD0-2A6E-FCF7-88B4-8E7E366E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820" y="6356352"/>
            <a:ext cx="2228136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64EEE-8238-44FC-7C2B-95450AA2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0312" y="6356352"/>
            <a:ext cx="334220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FED34-AB35-7729-0F1B-16CC7CB2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ack letter on a black background  AI-generated content may be incorrect.">
            <a:extLst>
              <a:ext uri="{FF2B5EF4-FFF2-40B4-BE49-F238E27FC236}">
                <a16:creationId xmlns:a16="http://schemas.microsoft.com/office/drawing/2014/main" id="{909F8CE6-7004-DC61-8C87-228CD4134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963" y="368300"/>
            <a:ext cx="168016" cy="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0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8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26" Type="http://schemas.openxmlformats.org/officeDocument/2006/relationships/slideLayout" Target="../slideLayouts/slideLayout94.xml"/><Relationship Id="rId39" Type="http://schemas.openxmlformats.org/officeDocument/2006/relationships/slideLayout" Target="../slideLayouts/slideLayout107.xml"/><Relationship Id="rId21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15.xml"/><Relationship Id="rId50" Type="http://schemas.openxmlformats.org/officeDocument/2006/relationships/slideLayout" Target="../slideLayouts/slideLayout118.xml"/><Relationship Id="rId55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9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100.xml"/><Relationship Id="rId37" Type="http://schemas.openxmlformats.org/officeDocument/2006/relationships/slideLayout" Target="../slideLayouts/slideLayout105.xml"/><Relationship Id="rId40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13.xml"/><Relationship Id="rId53" Type="http://schemas.openxmlformats.org/officeDocument/2006/relationships/slideLayout" Target="../slideLayouts/slideLayout121.xml"/><Relationship Id="rId58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95.xml"/><Relationship Id="rId30" Type="http://schemas.openxmlformats.org/officeDocument/2006/relationships/slideLayout" Target="../slideLayouts/slideLayout98.xml"/><Relationship Id="rId35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11.xml"/><Relationship Id="rId48" Type="http://schemas.openxmlformats.org/officeDocument/2006/relationships/slideLayout" Target="../slideLayouts/slideLayout116.xml"/><Relationship Id="rId56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93.xml"/><Relationship Id="rId33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6.xml"/><Relationship Id="rId46" Type="http://schemas.openxmlformats.org/officeDocument/2006/relationships/slideLayout" Target="../slideLayouts/slideLayout114.xml"/><Relationship Id="rId20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109.xml"/><Relationship Id="rId54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104.xml"/><Relationship Id="rId49" Type="http://schemas.openxmlformats.org/officeDocument/2006/relationships/slideLayout" Target="../slideLayouts/slideLayout117.xml"/><Relationship Id="rId57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99.xml"/><Relationship Id="rId44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1897A-6B2C-D7B6-D50E-A5E26D71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365127"/>
            <a:ext cx="934715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1BD2E-61B3-E1B5-81F2-70D09AB06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963" y="1825625"/>
            <a:ext cx="93569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A964B-ECEE-1702-E25C-08FD89394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72461" y="6356351"/>
            <a:ext cx="2159308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06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</p:sldLayoutIdLst>
  <p:hf sldNum="0" hdr="0" ftr="0" dt="0"/>
  <p:txStyles>
    <p:titleStyle>
      <a:lvl1pPr algn="l" defTabSz="742727" rtl="0" eaLnBrk="1" latinLnBrk="0" hangingPunct="1">
        <a:lnSpc>
          <a:spcPct val="90000"/>
        </a:lnSpc>
        <a:spcBef>
          <a:spcPct val="0"/>
        </a:spcBef>
        <a:buNone/>
        <a:defRPr sz="35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682" indent="-185682" algn="l" defTabSz="742727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4" kern="1200">
          <a:solidFill>
            <a:schemeClr val="tx1"/>
          </a:solidFill>
          <a:latin typeface="+mn-lt"/>
          <a:ea typeface="+mn-ea"/>
          <a:cs typeface="+mn-cs"/>
        </a:defRPr>
      </a:lvl1pPr>
      <a:lvl2pPr marL="557046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2pPr>
      <a:lvl3pPr marL="928409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299773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137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2500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3864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5227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6591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364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727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091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454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6818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181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599545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0908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pos="172">
          <p15:clr>
            <a:srgbClr val="F26B43"/>
          </p15:clr>
        </p15:guide>
        <p15:guide id="4" pos="60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1897A-6B2C-D7B6-D50E-A5E26D71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365127"/>
            <a:ext cx="934715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1BD2E-61B3-E1B5-81F2-70D09AB06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963" y="1825625"/>
            <a:ext cx="93569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A964B-ECEE-1702-E25C-08FD89394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72461" y="6356351"/>
            <a:ext cx="2159308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3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</p:sldLayoutIdLst>
  <p:hf sldNum="0" hdr="0" ftr="0" dt="0"/>
  <p:txStyles>
    <p:titleStyle>
      <a:lvl1pPr algn="l" defTabSz="742727" rtl="0" eaLnBrk="1" latinLnBrk="0" hangingPunct="1">
        <a:lnSpc>
          <a:spcPct val="90000"/>
        </a:lnSpc>
        <a:spcBef>
          <a:spcPct val="0"/>
        </a:spcBef>
        <a:buNone/>
        <a:defRPr sz="35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682" indent="-185682" algn="l" defTabSz="742727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4" kern="1200">
          <a:solidFill>
            <a:schemeClr val="tx1"/>
          </a:solidFill>
          <a:latin typeface="+mn-lt"/>
          <a:ea typeface="+mn-ea"/>
          <a:cs typeface="+mn-cs"/>
        </a:defRPr>
      </a:lvl1pPr>
      <a:lvl2pPr marL="557046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2pPr>
      <a:lvl3pPr marL="928409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299773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137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2500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3864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5227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6591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364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727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091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454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6818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181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599545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0908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pos="172">
          <p15:clr>
            <a:srgbClr val="F26B43"/>
          </p15:clr>
        </p15:guide>
        <p15:guide id="4" pos="60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1897A-6B2C-D7B6-D50E-A5E26D71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13" y="365127"/>
            <a:ext cx="934715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1BD2E-61B3-E1B5-81F2-70D09AB06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963" y="1825625"/>
            <a:ext cx="93569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A964B-ECEE-1702-E25C-08FD89394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72461" y="6356351"/>
            <a:ext cx="2159308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724879-49AB-F84A-9EDF-CF0297CB34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29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  <p:sldLayoutId id="2147483788" r:id="rId27"/>
    <p:sldLayoutId id="2147483789" r:id="rId28"/>
    <p:sldLayoutId id="2147483790" r:id="rId29"/>
    <p:sldLayoutId id="2147483791" r:id="rId30"/>
    <p:sldLayoutId id="2147483792" r:id="rId31"/>
    <p:sldLayoutId id="2147483793" r:id="rId32"/>
    <p:sldLayoutId id="2147483794" r:id="rId33"/>
    <p:sldLayoutId id="2147483795" r:id="rId34"/>
    <p:sldLayoutId id="2147483796" r:id="rId35"/>
    <p:sldLayoutId id="2147483797" r:id="rId36"/>
    <p:sldLayoutId id="2147483798" r:id="rId37"/>
    <p:sldLayoutId id="2147483799" r:id="rId38"/>
    <p:sldLayoutId id="2147483800" r:id="rId39"/>
    <p:sldLayoutId id="2147483801" r:id="rId40"/>
    <p:sldLayoutId id="2147483802" r:id="rId41"/>
    <p:sldLayoutId id="2147483803" r:id="rId42"/>
    <p:sldLayoutId id="2147483804" r:id="rId43"/>
    <p:sldLayoutId id="2147483805" r:id="rId44"/>
    <p:sldLayoutId id="2147483806" r:id="rId45"/>
    <p:sldLayoutId id="2147483807" r:id="rId46"/>
    <p:sldLayoutId id="2147483808" r:id="rId47"/>
    <p:sldLayoutId id="2147483809" r:id="rId48"/>
    <p:sldLayoutId id="2147483810" r:id="rId49"/>
    <p:sldLayoutId id="2147483811" r:id="rId50"/>
    <p:sldLayoutId id="2147483812" r:id="rId51"/>
    <p:sldLayoutId id="2147483813" r:id="rId52"/>
    <p:sldLayoutId id="2147483814" r:id="rId53"/>
    <p:sldLayoutId id="2147483815" r:id="rId54"/>
    <p:sldLayoutId id="2147483816" r:id="rId55"/>
    <p:sldLayoutId id="2147483817" r:id="rId56"/>
    <p:sldLayoutId id="2147483818" r:id="rId57"/>
  </p:sldLayoutIdLst>
  <p:hf hdr="0" ftr="0" dt="0"/>
  <p:txStyles>
    <p:titleStyle>
      <a:lvl1pPr algn="l" defTabSz="742727" rtl="0" eaLnBrk="1" latinLnBrk="0" hangingPunct="1">
        <a:lnSpc>
          <a:spcPct val="90000"/>
        </a:lnSpc>
        <a:spcBef>
          <a:spcPct val="0"/>
        </a:spcBef>
        <a:buNone/>
        <a:defRPr sz="35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682" indent="-185682" algn="l" defTabSz="742727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4" kern="1200">
          <a:solidFill>
            <a:schemeClr val="tx1"/>
          </a:solidFill>
          <a:latin typeface="+mn-lt"/>
          <a:ea typeface="+mn-ea"/>
          <a:cs typeface="+mn-cs"/>
        </a:defRPr>
      </a:lvl1pPr>
      <a:lvl2pPr marL="557046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2pPr>
      <a:lvl3pPr marL="928409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299773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137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2500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3864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5227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6591" indent="-185682" algn="l" defTabSz="742727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364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727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091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454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6818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181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599545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0908" algn="l" defTabSz="742727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pos="172">
          <p15:clr>
            <a:srgbClr val="F26B43"/>
          </p15:clr>
        </p15:guide>
        <p15:guide id="4" pos="60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jpe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Relationship Id="rId22" Type="http://schemas.openxmlformats.org/officeDocument/2006/relationships/image" Target="../media/image23.jpe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1" Type="http://schemas.openxmlformats.org/officeDocument/2006/relationships/slideLayout" Target="../slideLayouts/slideLayout92.xml"/><Relationship Id="rId6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jess-markwood-11b86412/" TargetMode="External"/><Relationship Id="rId2" Type="http://schemas.openxmlformats.org/officeDocument/2006/relationships/hyperlink" Target="https://www.linkedin.com/in/will-engert-bb741319a/" TargetMode="Externa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atthewjburt/" TargetMode="External"/><Relationship Id="rId2" Type="http://schemas.openxmlformats.org/officeDocument/2006/relationships/hyperlink" Target="https://www.linkedin.com/in/sophiewoollerdent/" TargetMode="Externa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amianfairbrotherjonesones/" TargetMode="External"/><Relationship Id="rId2" Type="http://schemas.openxmlformats.org/officeDocument/2006/relationships/hyperlink" Target="https://www.linkedin.com/in/reddaway/" TargetMode="Externa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ofia-alvarez-triaca-b2336495/" TargetMode="External"/><Relationship Id="rId3" Type="http://schemas.openxmlformats.org/officeDocument/2006/relationships/hyperlink" Target="https://www.linkedin.com/in/ed-turner-b747287/" TargetMode="External"/><Relationship Id="rId7" Type="http://schemas.openxmlformats.org/officeDocument/2006/relationships/hyperlink" Target="https://www.linkedin.com/in/vincentrebeix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www.linkedin.com/in/jaderaad/" TargetMode="External"/><Relationship Id="rId11" Type="http://schemas.openxmlformats.org/officeDocument/2006/relationships/hyperlink" Target="https://www.linkedin.com/in/chriswadamson/" TargetMode="External"/><Relationship Id="rId5" Type="http://schemas.openxmlformats.org/officeDocument/2006/relationships/hyperlink" Target="https://www.linkedin.com/in/stuart-hogg-17428914/" TargetMode="External"/><Relationship Id="rId10" Type="http://schemas.openxmlformats.org/officeDocument/2006/relationships/hyperlink" Target="https://www.linkedin.com/in/petegrenfell/" TargetMode="External"/><Relationship Id="rId4" Type="http://schemas.openxmlformats.org/officeDocument/2006/relationships/hyperlink" Target="https://www.linkedin.com/in/geoffmgriffiths/" TargetMode="External"/><Relationship Id="rId9" Type="http://schemas.openxmlformats.org/officeDocument/2006/relationships/hyperlink" Target="https://www.linkedin.com/in/danmontalbano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auracroftonatkins/" TargetMode="External"/><Relationship Id="rId7" Type="http://schemas.openxmlformats.org/officeDocument/2006/relationships/hyperlink" Target="https://www.linkedin.com/in/nicola-marsh-730b321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www.linkedin.com/in/tmbutler/" TargetMode="External"/><Relationship Id="rId5" Type="http://schemas.openxmlformats.org/officeDocument/2006/relationships/hyperlink" Target="https://www.linkedin.com/in/victoriawillis/" TargetMode="External"/><Relationship Id="rId4" Type="http://schemas.openxmlformats.org/officeDocument/2006/relationships/hyperlink" Target="https://www.linkedin.com/in/julie-chdwck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loydmorrisfletcher/" TargetMode="External"/><Relationship Id="rId2" Type="http://schemas.openxmlformats.org/officeDocument/2006/relationships/hyperlink" Target="https://www.linkedin.com/in/luke-bristow/" TargetMode="Externa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danielpaget/" TargetMode="External"/><Relationship Id="rId13" Type="http://schemas.openxmlformats.org/officeDocument/2006/relationships/hyperlink" Target="https://www.linkedin.com/in/iainbignold/" TargetMode="External"/><Relationship Id="rId3" Type="http://schemas.openxmlformats.org/officeDocument/2006/relationships/hyperlink" Target="https://www.linkedin.com/in/lee-avery-jones-78588841/" TargetMode="External"/><Relationship Id="rId7" Type="http://schemas.openxmlformats.org/officeDocument/2006/relationships/hyperlink" Target="https://www.linkedin.com/in/edwardmills123/" TargetMode="External"/><Relationship Id="rId12" Type="http://schemas.openxmlformats.org/officeDocument/2006/relationships/hyperlink" Target="https://www.linkedin.com/in/kate-browne-47924917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www.linkedin.com/in/simon-bevan-270aa745/overlay/contact-info/" TargetMode="External"/><Relationship Id="rId11" Type="http://schemas.openxmlformats.org/officeDocument/2006/relationships/hyperlink" Target="https://www.linkedin.com/in/mattjhwright/" TargetMode="External"/><Relationship Id="rId5" Type="http://schemas.openxmlformats.org/officeDocument/2006/relationships/hyperlink" Target="https://www.linkedin.com/in/lucybarnes1/" TargetMode="External"/><Relationship Id="rId15" Type="http://schemas.openxmlformats.org/officeDocument/2006/relationships/hyperlink" Target="https://www.linkedin.com/in/sofiapietrella/" TargetMode="External"/><Relationship Id="rId10" Type="http://schemas.openxmlformats.org/officeDocument/2006/relationships/hyperlink" Target="https://www.linkedin.com/in/sam-coleman-41a1b512/" TargetMode="External"/><Relationship Id="rId4" Type="http://schemas.openxmlformats.org/officeDocument/2006/relationships/hyperlink" Target="https://www.linkedin.com/in/rhodasell/" TargetMode="External"/><Relationship Id="rId9" Type="http://schemas.openxmlformats.org/officeDocument/2006/relationships/hyperlink" Target="https://www.linkedin.com/in/stewart-rawle-11756b38/" TargetMode="External"/><Relationship Id="rId14" Type="http://schemas.openxmlformats.org/officeDocument/2006/relationships/hyperlink" Target="https://www.linkedin.com/in/dean-gallagher-b06bb021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A81C37-C4EF-89A8-7386-905829020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Campfire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3E0BF-9345-F378-7317-36C958DFB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Prepared for: Joe Gradwell, Alex Brown, Jim Brigden (Campfire) </a:t>
            </a:r>
          </a:p>
          <a:p>
            <a:r>
              <a:rPr lang="en-US"/>
              <a:t>Will Baker (Literacy Capital) 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52FE7-C926-7BA2-1758-6C7637348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13/08/2026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9937A-1D89-E5DD-6792-A7E00B101448}"/>
              </a:ext>
            </a:extLst>
          </p:cNvPr>
          <p:cNvSpPr txBox="1"/>
          <p:nvPr/>
        </p:nvSpPr>
        <p:spPr>
          <a:xfrm>
            <a:off x="0" y="6426711"/>
            <a:ext cx="9940246" cy="315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A leadership search and development firm built for ambitious companies and exceptional people.</a:t>
            </a:r>
            <a:endParaRPr lang="en-US" sz="140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2CAC1DC-C801-5DEE-4169-B2EB915CD8BE}"/>
              </a:ext>
            </a:extLst>
          </p:cNvPr>
          <p:cNvSpPr/>
          <p:nvPr/>
        </p:nvSpPr>
        <p:spPr>
          <a:xfrm>
            <a:off x="181809" y="1557659"/>
            <a:ext cx="56635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u="sng" kern="0" spc="200"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Search Update – Campfire</a:t>
            </a:r>
            <a:endParaRPr lang="en-US" sz="2400" u="sn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4DEC1A-BAD0-85C2-E688-C1D9DCE14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09" y="339670"/>
            <a:ext cx="2619741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62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422751540"/>
              </p:ext>
            </p:extLst>
          </p:nvPr>
        </p:nvGraphicFramePr>
        <p:xfrm>
          <a:off x="1112139" y="1139631"/>
          <a:ext cx="1600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12139" y="1683699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81</a:t>
            </a:r>
            <a:endParaRPr kumimoji="0" lang="en-US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0" y="2812983"/>
            <a:ext cx="1904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81 candidates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identified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to date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4168696026"/>
              </p:ext>
            </p:extLst>
          </p:nvPr>
        </p:nvGraphicFramePr>
        <p:xfrm>
          <a:off x="3199257" y="1139631"/>
          <a:ext cx="1600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3199257" y="1683699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53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%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047238" y="2812983"/>
            <a:ext cx="1904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53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%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engaged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with the opportunity</a:t>
            </a:r>
            <a:r>
              <a:rPr lang="en-US" sz="100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;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we attribute this slower pace over August </a:t>
            </a:r>
            <a:r>
              <a:rPr lang="en-US" sz="100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to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holidays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Chart 2"/>
          <p:cNvGraphicFramePr/>
          <p:nvPr>
            <p:extLst>
              <p:ext uri="{D42A27DB-BD31-4B8C-83A1-F6EECF244321}">
                <p14:modId xmlns:p14="http://schemas.microsoft.com/office/powerpoint/2010/main" val="2011634951"/>
              </p:ext>
            </p:extLst>
          </p:nvPr>
        </p:nvGraphicFramePr>
        <p:xfrm>
          <a:off x="5286375" y="1139631"/>
          <a:ext cx="1600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286375" y="1683699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21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%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134356" y="2812983"/>
            <a:ext cx="1904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21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%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discounted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; most commonly due to seniority, lack of </a:t>
            </a:r>
            <a:r>
              <a:rPr lang="en-US" sz="10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operational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remit, or happy in their current role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Chart 3"/>
          <p:cNvGraphicFramePr/>
          <p:nvPr/>
        </p:nvGraphicFramePr>
        <p:xfrm>
          <a:off x="7373493" y="1139631"/>
          <a:ext cx="1600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 9"/>
          <p:cNvSpPr/>
          <p:nvPr/>
        </p:nvSpPr>
        <p:spPr>
          <a:xfrm>
            <a:off x="7373493" y="1710367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£</a:t>
            </a:r>
            <a:r>
              <a:rPr lang="en-US" sz="2400" b="1" dirty="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175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,000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28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%</a:t>
            </a:r>
          </a:p>
        </p:txBody>
      </p:sp>
      <p:sp>
        <p:nvSpPr>
          <p:cNvPr id="16" name="Text 10"/>
          <p:cNvSpPr/>
          <p:nvPr/>
        </p:nvSpPr>
        <p:spPr>
          <a:xfrm>
            <a:off x="7221474" y="2812983"/>
            <a:ext cx="1904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Average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base salary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in the live candidate pool, average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bonus percentage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in the candidate pool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777240" y="39171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0" cap="none" spc="-3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Search timeline &amp; progress 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777240" y="4301180"/>
            <a:ext cx="4069080" cy="201168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77240" y="4301180"/>
            <a:ext cx="45719" cy="2007640"/>
          </a:xfrm>
          <a:prstGeom prst="rect">
            <a:avLst/>
          </a:prstGeom>
          <a:solidFill>
            <a:srgbClr val="01519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39893" y="4310523"/>
            <a:ext cx="4023361" cy="208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Progress to date: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w/c 27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th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July: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search began, research kicked off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w/c 3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rd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August: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first update call, research continued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w/c 10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th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August: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initial candidate outreach and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Praeva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competency interviews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Upcoming: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w/c 17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th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and 24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th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August:</a:t>
            </a:r>
            <a:r>
              <a:rPr lang="en-US" sz="1000" b="1">
                <a:solidFill>
                  <a:srgbClr val="000000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</a:t>
            </a:r>
            <a:r>
              <a:rPr lang="en-US" sz="1000">
                <a:solidFill>
                  <a:srgbClr val="000000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Campfire team to meet benchmark candidates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w/c 31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st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August: </a:t>
            </a:r>
            <a:r>
              <a:rPr lang="en-US" sz="1000">
                <a:solidFill>
                  <a:srgbClr val="000000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f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eedback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on benchmark candidates and new research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w/c 7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th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 September: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shortlist call and later stages of search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finalised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056632" y="39171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0" cap="none" spc="-3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Market f</a:t>
            </a:r>
            <a:r>
              <a:rPr kumimoji="0" lang="en-US" sz="1700" b="0" i="0" u="none" strike="noStrike" kern="0" cap="none" spc="-30" normalizeH="0" baseline="0" noProof="0" err="1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eedback</a:t>
            </a:r>
            <a:r>
              <a:rPr kumimoji="0" lang="en-US" sz="1700" b="0" i="0" u="none" strike="noStrike" kern="0" cap="none" spc="-3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rrif Condensed" pitchFamily="34" charset="0"/>
                <a:ea typeface="Serrif Condensed" pitchFamily="34" charset="-122"/>
                <a:cs typeface="Serrif Condensed" pitchFamily="34" charset="-120"/>
              </a:rPr>
              <a:t> </a:t>
            </a: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056632" y="4301179"/>
            <a:ext cx="4069080" cy="200764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151290" y="4310523"/>
            <a:ext cx="3839337" cy="175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The opportunity with Campfire is engaging, and the breadth of the role, owning both sides of operations (e.</a:t>
            </a:r>
            <a:r>
              <a:rPr lang="en-US" sz="1000" dirty="0">
                <a:solidFill>
                  <a:srgbClr val="000000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g. P&amp;L/forecasting and processes/systems) appeals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The growth of the business, </a:t>
            </a:r>
            <a:r>
              <a:rPr lang="en-US" sz="1000" dirty="0">
                <a:solidFill>
                  <a:srgbClr val="000000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Lit Cap investment, and a future exit and reinvestment is an exciting prospect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Candidates tend to </a:t>
            </a:r>
            <a:r>
              <a:rPr lang="en-US" sz="1000" dirty="0">
                <a:solidFill>
                  <a:srgbClr val="000000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own the end-to-end operations remit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within smaller agencies, or have more matrixed roles in larger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organisations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, but the key for this role will be somewhere </a:t>
            </a:r>
            <a:r>
              <a:rPr lang="en-US" sz="1000" dirty="0">
                <a:solidFill>
                  <a:srgbClr val="000000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between the two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P Neue Montreal" pitchFamily="34" charset="0"/>
                <a:ea typeface="PP Neue Montreal" pitchFamily="34" charset="-122"/>
                <a:cs typeface="PP Neue Montreal" pitchFamily="34" charset="-120"/>
              </a:rPr>
              <a:t>• Agency leadership is often founders or execs who have grown with the business, rather than driven growth themselves; this remains a key watch-out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 pitchFamily="34" charset="0"/>
              <a:ea typeface="PP Neue Montreal" pitchFamily="34" charset="-122"/>
              <a:cs typeface="PP Neue Montreal" pitchFamily="34" charset="-12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874DC7D2-CC03-7A35-CBFD-91EE6B4A45E1}"/>
              </a:ext>
            </a:extLst>
          </p:cNvPr>
          <p:cNvSpPr txBox="1">
            <a:spLocks/>
          </p:cNvSpPr>
          <p:nvPr/>
        </p:nvSpPr>
        <p:spPr>
          <a:xfrm>
            <a:off x="284619" y="306862"/>
            <a:ext cx="9347150" cy="80380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Deacon Condensed Condensed Bold" pitchFamily="2" charset="77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rrif Condensed"/>
                <a:ea typeface="+mj-ea"/>
                <a:cs typeface="Deacon Condensed Condensed Bold" pitchFamily="2" charset="77"/>
              </a:rPr>
              <a:t>Executive summary</a:t>
            </a:r>
            <a:endParaRPr kumimoji="0" lang="en-GB" sz="2399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rrif Condensed"/>
              <a:ea typeface="+mj-ea"/>
              <a:cs typeface="Deacon Condensed Condensed Bold" pitchFamily="2" charset="77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70A732A-8925-4F48-7CBE-82C4C1B71048}"/>
              </a:ext>
            </a:extLst>
          </p:cNvPr>
          <p:cNvSpPr/>
          <p:nvPr/>
        </p:nvSpPr>
        <p:spPr>
          <a:xfrm>
            <a:off x="8305925" y="17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PRAEVA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FE541F55-1C14-DA97-A8E4-4C497A54ADDE}"/>
              </a:ext>
            </a:extLst>
          </p:cNvPr>
          <p:cNvSpPr/>
          <p:nvPr/>
        </p:nvSpPr>
        <p:spPr>
          <a:xfrm>
            <a:off x="5055703" y="4301179"/>
            <a:ext cx="45719" cy="200764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7843-0AF8-5275-1FB0-865A4395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3B822-12B2-C01E-FE18-94515B90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126">
              <a:defRPr/>
            </a:pPr>
            <a:fld id="{CB724879-49AB-F84A-9EDF-CF0297CB34C1}" type="slidenum">
              <a:rPr lang="en-GB">
                <a:solidFill>
                  <a:srgbClr val="000000">
                    <a:tint val="82000"/>
                  </a:srgbClr>
                </a:solidFill>
                <a:latin typeface="PP Neue Montreal"/>
              </a:rPr>
              <a:pPr defTabSz="914126">
                <a:defRPr/>
              </a:pPr>
              <a:t>3</a:t>
            </a:fld>
            <a:endParaRPr lang="en-GB">
              <a:solidFill>
                <a:srgbClr val="000000">
                  <a:tint val="82000"/>
                </a:srgbClr>
              </a:solidFill>
              <a:latin typeface="PP Neue Montre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4DFB1-A12A-417D-48A5-BE7D048D1854}"/>
              </a:ext>
            </a:extLst>
          </p:cNvPr>
          <p:cNvSpPr/>
          <p:nvPr/>
        </p:nvSpPr>
        <p:spPr>
          <a:xfrm>
            <a:off x="363950" y="1380724"/>
            <a:ext cx="1531975" cy="102096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sz="1400">
                <a:solidFill>
                  <a:srgbClr val="000000"/>
                </a:solidFill>
                <a:latin typeface="Serrif Condensed"/>
              </a:rPr>
              <a:t>Creator-led agencies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D19FA-5499-F99C-07A2-C445F5716090}"/>
              </a:ext>
            </a:extLst>
          </p:cNvPr>
          <p:cNvSpPr/>
          <p:nvPr/>
        </p:nvSpPr>
        <p:spPr>
          <a:xfrm>
            <a:off x="2056739" y="1380724"/>
            <a:ext cx="7482135" cy="102096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GB" sz="1799">
              <a:solidFill>
                <a:srgbClr val="000000"/>
              </a:solidFill>
              <a:latin typeface="PP Neue Montre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7650A-9E52-BEFE-D1C2-B9BFA755ECE3}"/>
              </a:ext>
            </a:extLst>
          </p:cNvPr>
          <p:cNvSpPr/>
          <p:nvPr/>
        </p:nvSpPr>
        <p:spPr>
          <a:xfrm>
            <a:off x="363952" y="2587895"/>
            <a:ext cx="1531975" cy="1020966"/>
          </a:xfrm>
          <a:prstGeom prst="rect">
            <a:avLst/>
          </a:prstGeom>
          <a:solidFill>
            <a:schemeClr val="tx2"/>
          </a:solidFill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sz="1400">
                <a:solidFill>
                  <a:srgbClr val="000000"/>
                </a:solidFill>
                <a:latin typeface="Serrif Condensed"/>
              </a:rPr>
              <a:t>Scaled influencer + marketing operators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92C803-B37B-2A8F-61A9-F5980774B819}"/>
              </a:ext>
            </a:extLst>
          </p:cNvPr>
          <p:cNvSpPr/>
          <p:nvPr/>
        </p:nvSpPr>
        <p:spPr>
          <a:xfrm>
            <a:off x="2056741" y="2587895"/>
            <a:ext cx="7482134" cy="1020966"/>
          </a:xfrm>
          <a:prstGeom prst="rect">
            <a:avLst/>
          </a:prstGeom>
          <a:solidFill>
            <a:schemeClr val="tx2"/>
          </a:solidFill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GB" sz="1799">
              <a:solidFill>
                <a:srgbClr val="000000"/>
              </a:solidFill>
              <a:latin typeface="PP Neue Montreal"/>
            </a:endParaRPr>
          </a:p>
        </p:txBody>
      </p:sp>
      <p:sp>
        <p:nvSpPr>
          <p:cNvPr id="20" name="Title 6">
            <a:extLst>
              <a:ext uri="{FF2B5EF4-FFF2-40B4-BE49-F238E27FC236}">
                <a16:creationId xmlns:a16="http://schemas.microsoft.com/office/drawing/2014/main" id="{08516138-B125-05B6-5892-34CB21BE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619" y="306862"/>
            <a:ext cx="9347150" cy="1325138"/>
          </a:xfrm>
        </p:spPr>
        <p:txBody>
          <a:bodyPr/>
          <a:lstStyle/>
          <a:p>
            <a:r>
              <a:rPr lang="en-US" sz="2399" b="1"/>
              <a:t>Sample target landscape</a:t>
            </a:r>
            <a:endParaRPr lang="en-GB" sz="2399" b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6298A6-0E0C-2B87-431C-8C8502083944}"/>
              </a:ext>
            </a:extLst>
          </p:cNvPr>
          <p:cNvSpPr/>
          <p:nvPr/>
        </p:nvSpPr>
        <p:spPr>
          <a:xfrm>
            <a:off x="363952" y="3795066"/>
            <a:ext cx="1531975" cy="1020966"/>
          </a:xfrm>
          <a:prstGeom prst="rect">
            <a:avLst/>
          </a:prstGeom>
          <a:solidFill>
            <a:schemeClr val="tx2"/>
          </a:solidFill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sz="1400">
                <a:solidFill>
                  <a:srgbClr val="000000"/>
                </a:solidFill>
                <a:latin typeface="Serrif Condensed"/>
              </a:rPr>
              <a:t>Scaled network agencies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31B2B7-035A-BACD-2A4B-69173ED99240}"/>
              </a:ext>
            </a:extLst>
          </p:cNvPr>
          <p:cNvSpPr/>
          <p:nvPr/>
        </p:nvSpPr>
        <p:spPr>
          <a:xfrm>
            <a:off x="2056741" y="3795066"/>
            <a:ext cx="7482134" cy="1020966"/>
          </a:xfrm>
          <a:prstGeom prst="rect">
            <a:avLst/>
          </a:prstGeom>
          <a:solidFill>
            <a:schemeClr val="tx2"/>
          </a:solidFill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GB" sz="1799">
              <a:solidFill>
                <a:srgbClr val="000000"/>
              </a:solidFill>
              <a:latin typeface="PP Neue Montre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3814F8-78C3-5B9C-20B4-79E33EF43C88}"/>
              </a:ext>
            </a:extLst>
          </p:cNvPr>
          <p:cNvSpPr/>
          <p:nvPr/>
        </p:nvSpPr>
        <p:spPr>
          <a:xfrm>
            <a:off x="363950" y="5002237"/>
            <a:ext cx="1531975" cy="1020966"/>
          </a:xfrm>
          <a:prstGeom prst="rect">
            <a:avLst/>
          </a:prstGeom>
          <a:solidFill>
            <a:schemeClr val="tx2"/>
          </a:solidFill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sz="1400">
                <a:solidFill>
                  <a:srgbClr val="000000"/>
                </a:solidFill>
                <a:latin typeface="Serrif Condensed"/>
              </a:rPr>
              <a:t>Creator ecosystem + platform agencies</a:t>
            </a:r>
            <a:endParaRPr lang="en-GB" sz="1400">
              <a:solidFill>
                <a:srgbClr val="000000"/>
              </a:solidFill>
              <a:latin typeface="Serrif Condensed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5BF106-98EA-8569-4EBA-6095289A1DAC}"/>
              </a:ext>
            </a:extLst>
          </p:cNvPr>
          <p:cNvSpPr/>
          <p:nvPr/>
        </p:nvSpPr>
        <p:spPr>
          <a:xfrm>
            <a:off x="2056739" y="5002237"/>
            <a:ext cx="7482134" cy="1020966"/>
          </a:xfrm>
          <a:prstGeom prst="rect">
            <a:avLst/>
          </a:prstGeom>
          <a:solidFill>
            <a:schemeClr val="tx2"/>
          </a:solidFill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GB" sz="1799">
              <a:solidFill>
                <a:srgbClr val="000000"/>
              </a:solidFill>
              <a:latin typeface="PP Neue Montre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915D74-70E7-FDAB-53EF-FA3CC86AE178}"/>
              </a:ext>
            </a:extLst>
          </p:cNvPr>
          <p:cNvSpPr txBox="1"/>
          <p:nvPr/>
        </p:nvSpPr>
        <p:spPr>
          <a:xfrm>
            <a:off x="6387182" y="416572"/>
            <a:ext cx="3151691" cy="830731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txBody>
          <a:bodyPr wrap="square" rtlCol="0">
            <a:spAutoFit/>
          </a:bodyPr>
          <a:lstStyle/>
          <a:p>
            <a:pPr defTabSz="914126">
              <a:defRPr/>
            </a:pPr>
            <a:r>
              <a:rPr lang="en-US" sz="1200" b="1">
                <a:solidFill>
                  <a:srgbClr val="000000"/>
                </a:solidFill>
                <a:latin typeface="PP Neue Montreal"/>
              </a:rPr>
              <a:t>To consider below:</a:t>
            </a:r>
          </a:p>
          <a:p>
            <a:pPr marL="171399" indent="-171399" defTabSz="914126">
              <a:buFontTx/>
              <a:buChar char="-"/>
              <a:defRPr/>
            </a:pPr>
            <a:r>
              <a:rPr lang="en-US" sz="1200">
                <a:solidFill>
                  <a:srgbClr val="000000"/>
                </a:solidFill>
                <a:latin typeface="PP Neue Montreal"/>
              </a:rPr>
              <a:t>VC / PE success vs failure stories</a:t>
            </a:r>
          </a:p>
          <a:p>
            <a:pPr marL="171399" indent="-171399" defTabSz="914126">
              <a:buFontTx/>
              <a:buChar char="-"/>
              <a:defRPr/>
            </a:pPr>
            <a:r>
              <a:rPr lang="en-US" sz="1200">
                <a:solidFill>
                  <a:srgbClr val="000000"/>
                </a:solidFill>
                <a:latin typeface="PP Neue Montreal"/>
              </a:rPr>
              <a:t>Adjacent-category, transferable talent</a:t>
            </a:r>
          </a:p>
          <a:p>
            <a:pPr marL="171399" indent="-171399" defTabSz="914126">
              <a:buFontTx/>
              <a:buChar char="-"/>
              <a:defRPr/>
            </a:pPr>
            <a:r>
              <a:rPr lang="en-US" sz="1200">
                <a:solidFill>
                  <a:srgbClr val="000000"/>
                </a:solidFill>
                <a:latin typeface="PP Neue Montreal"/>
              </a:rPr>
              <a:t>“No-go” strategics &amp; direct rivals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966EA7-2F7E-ADB1-BF80-96B9FCADACF7}"/>
              </a:ext>
            </a:extLst>
          </p:cNvPr>
          <p:cNvSpPr txBox="1"/>
          <p:nvPr/>
        </p:nvSpPr>
        <p:spPr>
          <a:xfrm>
            <a:off x="363950" y="6103400"/>
            <a:ext cx="9174922" cy="261526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txBody>
          <a:bodyPr wrap="square" rtlCol="0">
            <a:spAutoFit/>
          </a:bodyPr>
          <a:lstStyle/>
          <a:p>
            <a:pPr defTabSz="914126">
              <a:defRPr/>
            </a:pPr>
            <a:r>
              <a:rPr lang="en-US" sz="1100">
                <a:solidFill>
                  <a:srgbClr val="FF0000"/>
                </a:solidFill>
                <a:latin typeface="PP Neue Montreal"/>
              </a:rPr>
              <a:t>Representative landscape, not exhaustive: prioritising adjacencies and transferable operator profiles over direct competitors</a:t>
            </a:r>
            <a:endParaRPr lang="en-US" sz="1100" i="1">
              <a:solidFill>
                <a:srgbClr val="FF0000"/>
              </a:solidFill>
              <a:latin typeface="PP Neue Montreal"/>
            </a:endParaRPr>
          </a:p>
        </p:txBody>
      </p:sp>
      <p:pic>
        <p:nvPicPr>
          <p:cNvPr id="18" name="Picture 17" descr="Download Fanbytes Logo PNG Image with No Background - PNGkey.com">
            <a:extLst>
              <a:ext uri="{FF2B5EF4-FFF2-40B4-BE49-F238E27FC236}">
                <a16:creationId xmlns:a16="http://schemas.microsoft.com/office/drawing/2014/main" id="{8B3163FF-E2D7-6264-4F61-29A4E409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587" y="1977400"/>
            <a:ext cx="898232" cy="243971"/>
          </a:xfrm>
          <a:prstGeom prst="rect">
            <a:avLst/>
          </a:prstGeom>
        </p:spPr>
      </p:pic>
      <p:pic>
        <p:nvPicPr>
          <p:cNvPr id="57" name="Picture 56" descr="Goat - Influencer Marketing Trade Body">
            <a:extLst>
              <a:ext uri="{FF2B5EF4-FFF2-40B4-BE49-F238E27FC236}">
                <a16:creationId xmlns:a16="http://schemas.microsoft.com/office/drawing/2014/main" id="{97EA1358-94F0-69A2-8C77-DB5DFB5EF9F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12724" y="1473260"/>
            <a:ext cx="686865" cy="379376"/>
          </a:xfrm>
          <a:prstGeom prst="rect">
            <a:avLst/>
          </a:prstGeom>
        </p:spPr>
      </p:pic>
      <p:pic>
        <p:nvPicPr>
          <p:cNvPr id="58" name="Picture 57" descr="Billion Dollar Boy | Our Partners | Cannes Lions">
            <a:extLst>
              <a:ext uri="{FF2B5EF4-FFF2-40B4-BE49-F238E27FC236}">
                <a16:creationId xmlns:a16="http://schemas.microsoft.com/office/drawing/2014/main" id="{9F9F8398-33C1-6828-608A-5A6553653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464" y="1454018"/>
            <a:ext cx="542169" cy="542169"/>
          </a:xfrm>
          <a:prstGeom prst="rect">
            <a:avLst/>
          </a:prstGeom>
        </p:spPr>
      </p:pic>
      <p:pic>
        <p:nvPicPr>
          <p:cNvPr id="59" name="Picture 58" descr="Genflow - BGF">
            <a:extLst>
              <a:ext uri="{FF2B5EF4-FFF2-40B4-BE49-F238E27FC236}">
                <a16:creationId xmlns:a16="http://schemas.microsoft.com/office/drawing/2014/main" id="{5F5610DB-F03C-D592-E62A-5AD6F84B9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0874" y="2160702"/>
            <a:ext cx="819154" cy="121337"/>
          </a:xfrm>
          <a:prstGeom prst="rect">
            <a:avLst/>
          </a:prstGeom>
        </p:spPr>
      </p:pic>
      <p:pic>
        <p:nvPicPr>
          <p:cNvPr id="60" name="Picture 59" descr="Rise at Seven | BuzzSumo.com">
            <a:extLst>
              <a:ext uri="{FF2B5EF4-FFF2-40B4-BE49-F238E27FC236}">
                <a16:creationId xmlns:a16="http://schemas.microsoft.com/office/drawing/2014/main" id="{C6570B1E-A01A-0043-BD59-FD13471F07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5283" y="2083518"/>
            <a:ext cx="587567" cy="220337"/>
          </a:xfrm>
          <a:prstGeom prst="rect">
            <a:avLst/>
          </a:prstGeom>
        </p:spPr>
      </p:pic>
      <p:pic>
        <p:nvPicPr>
          <p:cNvPr id="61" name="Picture 60" descr="Brave Bison - SportsPro">
            <a:extLst>
              <a:ext uri="{FF2B5EF4-FFF2-40B4-BE49-F238E27FC236}">
                <a16:creationId xmlns:a16="http://schemas.microsoft.com/office/drawing/2014/main" id="{9AF25768-6730-A8E6-DD87-C04B20BC29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8602" y="4517595"/>
            <a:ext cx="1002804" cy="134270"/>
          </a:xfrm>
          <a:prstGeom prst="rect">
            <a:avLst/>
          </a:prstGeom>
        </p:spPr>
      </p:pic>
      <p:pic>
        <p:nvPicPr>
          <p:cNvPr id="62" name="Picture 61" descr="Whalar - Influencer Marketing Trade Body">
            <a:extLst>
              <a:ext uri="{FF2B5EF4-FFF2-40B4-BE49-F238E27FC236}">
                <a16:creationId xmlns:a16="http://schemas.microsoft.com/office/drawing/2014/main" id="{E88F1082-75FC-BFFC-4AA5-C3B64B06936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03143" y="1515620"/>
            <a:ext cx="736006" cy="241424"/>
          </a:xfrm>
          <a:prstGeom prst="rect">
            <a:avLst/>
          </a:prstGeom>
        </p:spPr>
      </p:pic>
      <p:pic>
        <p:nvPicPr>
          <p:cNvPr id="63" name="Picture 62" descr="Ubiquitous Reviews | Read Customer Service Reviews of  ubiquitousinfluence.com">
            <a:extLst>
              <a:ext uri="{FF2B5EF4-FFF2-40B4-BE49-F238E27FC236}">
                <a16:creationId xmlns:a16="http://schemas.microsoft.com/office/drawing/2014/main" id="{5486AB41-72A7-7C06-9BDD-7DE11A279A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3168" y="1473260"/>
            <a:ext cx="946919" cy="230500"/>
          </a:xfrm>
          <a:prstGeom prst="rect">
            <a:avLst/>
          </a:prstGeom>
        </p:spPr>
      </p:pic>
      <p:pic>
        <p:nvPicPr>
          <p:cNvPr id="2052" name="Picture 2051" descr="Services | Kairos Media">
            <a:extLst>
              <a:ext uri="{FF2B5EF4-FFF2-40B4-BE49-F238E27FC236}">
                <a16:creationId xmlns:a16="http://schemas.microsoft.com/office/drawing/2014/main" id="{F7E578A2-C51A-9186-BCAA-79DC858358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5879" y="2054116"/>
            <a:ext cx="1208617" cy="261867"/>
          </a:xfrm>
          <a:prstGeom prst="rect">
            <a:avLst/>
          </a:prstGeom>
        </p:spPr>
      </p:pic>
      <p:pic>
        <p:nvPicPr>
          <p:cNvPr id="2054" name="Picture 2053" descr="The Global Leader in Social Media Transformation &amp; Commerce | Influencer  Marketing | Viral Nation">
            <a:extLst>
              <a:ext uri="{FF2B5EF4-FFF2-40B4-BE49-F238E27FC236}">
                <a16:creationId xmlns:a16="http://schemas.microsoft.com/office/drawing/2014/main" id="{D55848F2-AE9F-EEAE-0ABB-4FB54FB28D5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73994" y="1389098"/>
            <a:ext cx="877481" cy="508939"/>
          </a:xfrm>
          <a:prstGeom prst="rect">
            <a:avLst/>
          </a:prstGeom>
        </p:spPr>
      </p:pic>
      <p:pic>
        <p:nvPicPr>
          <p:cNvPr id="2055" name="Picture 2054" descr="Digital Marketing Agency London | Branding | Burst Digital">
            <a:extLst>
              <a:ext uri="{FF2B5EF4-FFF2-40B4-BE49-F238E27FC236}">
                <a16:creationId xmlns:a16="http://schemas.microsoft.com/office/drawing/2014/main" id="{0157E316-C1D8-8C66-361B-879A3F3E16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1962" y="1891206"/>
            <a:ext cx="639445" cy="357024"/>
          </a:xfrm>
          <a:prstGeom prst="rect">
            <a:avLst/>
          </a:prstGeom>
        </p:spPr>
      </p:pic>
      <p:pic>
        <p:nvPicPr>
          <p:cNvPr id="2056" name="Picture 2055" descr="Disrupt - Influencer Marketing Trade Body">
            <a:extLst>
              <a:ext uri="{FF2B5EF4-FFF2-40B4-BE49-F238E27FC236}">
                <a16:creationId xmlns:a16="http://schemas.microsoft.com/office/drawing/2014/main" id="{6BE1F6D5-2B76-1977-238B-BBB14ED4A8A3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63960" y="2019134"/>
            <a:ext cx="625141" cy="234428"/>
          </a:xfrm>
          <a:prstGeom prst="rect">
            <a:avLst/>
          </a:prstGeom>
        </p:spPr>
      </p:pic>
      <p:pic>
        <p:nvPicPr>
          <p:cNvPr id="2057" name="Picture 2056" descr="Coolr - GCP">
            <a:extLst>
              <a:ext uri="{FF2B5EF4-FFF2-40B4-BE49-F238E27FC236}">
                <a16:creationId xmlns:a16="http://schemas.microsoft.com/office/drawing/2014/main" id="{617B8C89-B0D5-A328-F8A3-C0D5C0D645C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36434" y="1454018"/>
            <a:ext cx="542169" cy="542169"/>
          </a:xfrm>
          <a:prstGeom prst="rect">
            <a:avLst/>
          </a:prstGeom>
        </p:spPr>
      </p:pic>
      <p:pic>
        <p:nvPicPr>
          <p:cNvPr id="2059" name="Picture 2058" descr="About Ear to the Ground | Fan-Centric Creative Agency">
            <a:extLst>
              <a:ext uri="{FF2B5EF4-FFF2-40B4-BE49-F238E27FC236}">
                <a16:creationId xmlns:a16="http://schemas.microsoft.com/office/drawing/2014/main" id="{F57FC18B-1100-1AE2-14A9-BFBD5AD24746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7804" y="1454812"/>
            <a:ext cx="975140" cy="268631"/>
          </a:xfrm>
          <a:prstGeom prst="rect">
            <a:avLst/>
          </a:prstGeom>
        </p:spPr>
      </p:pic>
      <p:pic>
        <p:nvPicPr>
          <p:cNvPr id="2060" name="Picture 2059" descr="Born Social Limited | Company Profile">
            <a:extLst>
              <a:ext uri="{FF2B5EF4-FFF2-40B4-BE49-F238E27FC236}">
                <a16:creationId xmlns:a16="http://schemas.microsoft.com/office/drawing/2014/main" id="{00980272-4CAF-F593-4615-48734A6F3EF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8543" y="1941530"/>
            <a:ext cx="474757" cy="283975"/>
          </a:xfrm>
          <a:prstGeom prst="rect">
            <a:avLst/>
          </a:prstGeom>
        </p:spPr>
      </p:pic>
      <p:pic>
        <p:nvPicPr>
          <p:cNvPr id="2061" name="Picture 2060" descr="Brainlabs">
            <a:extLst>
              <a:ext uri="{FF2B5EF4-FFF2-40B4-BE49-F238E27FC236}">
                <a16:creationId xmlns:a16="http://schemas.microsoft.com/office/drawing/2014/main" id="{D3CA9A4A-A5AA-DF4D-5E45-5D1914F85238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20366" y="2728288"/>
            <a:ext cx="944328" cy="245784"/>
          </a:xfrm>
          <a:prstGeom prst="rect">
            <a:avLst/>
          </a:prstGeom>
        </p:spPr>
      </p:pic>
      <p:pic>
        <p:nvPicPr>
          <p:cNvPr id="2062" name="Picture 2061" descr="VaynerMedia Launches Full Service Agency in Canada - VaynerMedia">
            <a:extLst>
              <a:ext uri="{FF2B5EF4-FFF2-40B4-BE49-F238E27FC236}">
                <a16:creationId xmlns:a16="http://schemas.microsoft.com/office/drawing/2014/main" id="{1D9BE7DE-4EA7-575C-5D22-BA2749A55AC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97910" y="3371518"/>
            <a:ext cx="962874" cy="137221"/>
          </a:xfrm>
          <a:prstGeom prst="rect">
            <a:avLst/>
          </a:prstGeom>
        </p:spPr>
      </p:pic>
      <p:pic>
        <p:nvPicPr>
          <p:cNvPr id="2063" name="Picture 2062" descr="Jungle Creations - EDGE">
            <a:extLst>
              <a:ext uri="{FF2B5EF4-FFF2-40B4-BE49-F238E27FC236}">
                <a16:creationId xmlns:a16="http://schemas.microsoft.com/office/drawing/2014/main" id="{564C97C6-9601-730D-DF0B-924DCC96423D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8378" y="2719875"/>
            <a:ext cx="1243485" cy="298041"/>
          </a:xfrm>
          <a:prstGeom prst="rect">
            <a:avLst/>
          </a:prstGeom>
        </p:spPr>
      </p:pic>
      <p:pic>
        <p:nvPicPr>
          <p:cNvPr id="2065" name="Picture 2064" descr="We Are Social - The Shorty Awards">
            <a:extLst>
              <a:ext uri="{FF2B5EF4-FFF2-40B4-BE49-F238E27FC236}">
                <a16:creationId xmlns:a16="http://schemas.microsoft.com/office/drawing/2014/main" id="{F607E046-1CA5-F1EA-5404-B909ABAB7F73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1348" y="3011978"/>
            <a:ext cx="609012" cy="609012"/>
          </a:xfrm>
          <a:prstGeom prst="rect">
            <a:avLst/>
          </a:prstGeom>
        </p:spPr>
      </p:pic>
      <p:pic>
        <p:nvPicPr>
          <p:cNvPr id="2066" name="Picture 2065" descr="Appointment of The&amp;Partnership London - Radiocentre">
            <a:extLst>
              <a:ext uri="{FF2B5EF4-FFF2-40B4-BE49-F238E27FC236}">
                <a16:creationId xmlns:a16="http://schemas.microsoft.com/office/drawing/2014/main" id="{FBF1C432-9E72-DFDF-C429-218FBA223EE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1293" y="2587894"/>
            <a:ext cx="1043748" cy="447321"/>
          </a:xfrm>
          <a:prstGeom prst="rect">
            <a:avLst/>
          </a:prstGeom>
        </p:spPr>
      </p:pic>
      <p:pic>
        <p:nvPicPr>
          <p:cNvPr id="2067" name="Picture 2066" descr="Amplify | Advertising Producers Association | Advertising Producers  Association">
            <a:extLst>
              <a:ext uri="{FF2B5EF4-FFF2-40B4-BE49-F238E27FC236}">
                <a16:creationId xmlns:a16="http://schemas.microsoft.com/office/drawing/2014/main" id="{8186B336-2ADD-9000-7A35-3673F97F5808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99673" y="2657392"/>
            <a:ext cx="1305179" cy="1305179"/>
          </a:xfrm>
          <a:prstGeom prst="rect">
            <a:avLst/>
          </a:prstGeom>
        </p:spPr>
      </p:pic>
      <p:pic>
        <p:nvPicPr>
          <p:cNvPr id="2068" name="Picture 2067" descr="DEPT┬« LOGO - 2022 Black - AI &amp; Big Data Expo Global - Conference &amp;  Exhibition">
            <a:extLst>
              <a:ext uri="{FF2B5EF4-FFF2-40B4-BE49-F238E27FC236}">
                <a16:creationId xmlns:a16="http://schemas.microsoft.com/office/drawing/2014/main" id="{844D27FC-6904-BFF3-9259-159702E88F5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44577" y="2823149"/>
            <a:ext cx="661082" cy="187662"/>
          </a:xfrm>
          <a:prstGeom prst="rect">
            <a:avLst/>
          </a:prstGeom>
        </p:spPr>
      </p:pic>
      <p:pic>
        <p:nvPicPr>
          <p:cNvPr id="2069" name="Picture 2068" descr="Croud | UKAEG">
            <a:extLst>
              <a:ext uri="{FF2B5EF4-FFF2-40B4-BE49-F238E27FC236}">
                <a16:creationId xmlns:a16="http://schemas.microsoft.com/office/drawing/2014/main" id="{E605CBE7-4753-103B-DAFC-0FBA7D4A0FDD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98524" y="3185406"/>
            <a:ext cx="622244" cy="196992"/>
          </a:xfrm>
          <a:prstGeom prst="rect">
            <a:avLst/>
          </a:prstGeom>
        </p:spPr>
      </p:pic>
      <p:pic>
        <p:nvPicPr>
          <p:cNvPr id="2070" name="Picture 2069" descr="Top 10 Influencer Marketing Agencies | NeoReach">
            <a:extLst>
              <a:ext uri="{FF2B5EF4-FFF2-40B4-BE49-F238E27FC236}">
                <a16:creationId xmlns:a16="http://schemas.microsoft.com/office/drawing/2014/main" id="{D3B12939-8C54-6B94-B7D6-94197E5E95D1}"/>
              </a:ext>
            </a:extLst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75548" y="2690382"/>
            <a:ext cx="925126" cy="241890"/>
          </a:xfrm>
          <a:prstGeom prst="rect">
            <a:avLst/>
          </a:prstGeom>
        </p:spPr>
      </p:pic>
      <p:pic>
        <p:nvPicPr>
          <p:cNvPr id="2072" name="Picture 2071" descr="Movement Strategy">
            <a:extLst>
              <a:ext uri="{FF2B5EF4-FFF2-40B4-BE49-F238E27FC236}">
                <a16:creationId xmlns:a16="http://schemas.microsoft.com/office/drawing/2014/main" id="{F8427873-6759-91B3-4200-77A19D7B0C3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29514" y="2673993"/>
            <a:ext cx="435470" cy="258279"/>
          </a:xfrm>
          <a:prstGeom prst="rect">
            <a:avLst/>
          </a:prstGeom>
        </p:spPr>
      </p:pic>
      <p:pic>
        <p:nvPicPr>
          <p:cNvPr id="2073" name="Picture 2072" descr="Collective Measures Announces Board of Directors Changes | Collective  Measures Collective Measures">
            <a:extLst>
              <a:ext uri="{FF2B5EF4-FFF2-40B4-BE49-F238E27FC236}">
                <a16:creationId xmlns:a16="http://schemas.microsoft.com/office/drawing/2014/main" id="{F0A59379-4C08-5AB5-D8DF-94F3E0831193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45947" y="3139607"/>
            <a:ext cx="658341" cy="392188"/>
          </a:xfrm>
          <a:prstGeom prst="rect">
            <a:avLst/>
          </a:prstGeom>
        </p:spPr>
      </p:pic>
      <p:pic>
        <p:nvPicPr>
          <p:cNvPr id="2074" name="Picture 2073" descr="File:WPP 2020 logo.svg - Wikimedia Commons">
            <a:extLst>
              <a:ext uri="{FF2B5EF4-FFF2-40B4-BE49-F238E27FC236}">
                <a16:creationId xmlns:a16="http://schemas.microsoft.com/office/drawing/2014/main" id="{50612FF5-41EE-9C4C-0F0C-102B0360AB2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12724" y="3944016"/>
            <a:ext cx="658341" cy="205732"/>
          </a:xfrm>
          <a:prstGeom prst="rect">
            <a:avLst/>
          </a:prstGeom>
        </p:spPr>
      </p:pic>
      <p:pic>
        <p:nvPicPr>
          <p:cNvPr id="2075" name="Picture 2074" descr="Publicis - Wikipedia">
            <a:extLst>
              <a:ext uri="{FF2B5EF4-FFF2-40B4-BE49-F238E27FC236}">
                <a16:creationId xmlns:a16="http://schemas.microsoft.com/office/drawing/2014/main" id="{8418042D-E191-0213-5A56-81179D56994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24176" y="4282410"/>
            <a:ext cx="1047961" cy="445383"/>
          </a:xfrm>
          <a:prstGeom prst="rect">
            <a:avLst/>
          </a:prstGeom>
        </p:spPr>
      </p:pic>
      <p:pic>
        <p:nvPicPr>
          <p:cNvPr id="2076" name="Picture 2075" descr="File:Dentsu logo.svg - Wikimedia Commons">
            <a:extLst>
              <a:ext uri="{FF2B5EF4-FFF2-40B4-BE49-F238E27FC236}">
                <a16:creationId xmlns:a16="http://schemas.microsoft.com/office/drawing/2014/main" id="{29E6E8CC-4C53-D6C4-B1C4-AB7E6D5723D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81093" y="3962570"/>
            <a:ext cx="770523" cy="165743"/>
          </a:xfrm>
          <a:prstGeom prst="rect">
            <a:avLst/>
          </a:prstGeom>
        </p:spPr>
      </p:pic>
      <p:pic>
        <p:nvPicPr>
          <p:cNvPr id="2077" name="Picture 2076" descr="File:Omnicom Group logo.svg - Wikimedia Commons">
            <a:extLst>
              <a:ext uri="{FF2B5EF4-FFF2-40B4-BE49-F238E27FC236}">
                <a16:creationId xmlns:a16="http://schemas.microsoft.com/office/drawing/2014/main" id="{1FA29AB6-3CFC-C5EA-AC8E-8A096118A16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19000" y="4481864"/>
            <a:ext cx="1470101" cy="176871"/>
          </a:xfrm>
          <a:prstGeom prst="rect">
            <a:avLst/>
          </a:prstGeom>
        </p:spPr>
      </p:pic>
      <p:pic>
        <p:nvPicPr>
          <p:cNvPr id="2078" name="Picture 2077" descr="File:HAVAS LOGO 2023.png - Wikimedia Commons">
            <a:extLst>
              <a:ext uri="{FF2B5EF4-FFF2-40B4-BE49-F238E27FC236}">
                <a16:creationId xmlns:a16="http://schemas.microsoft.com/office/drawing/2014/main" id="{9E3F7457-011A-9772-167F-E7CAF628DFF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36161" y="3982388"/>
            <a:ext cx="741916" cy="156077"/>
          </a:xfrm>
          <a:prstGeom prst="rect">
            <a:avLst/>
          </a:prstGeom>
        </p:spPr>
      </p:pic>
      <p:pic>
        <p:nvPicPr>
          <p:cNvPr id="2079" name="Picture 2078" descr="Accenture Announces Accenture Song">
            <a:extLst>
              <a:ext uri="{FF2B5EF4-FFF2-40B4-BE49-F238E27FC236}">
                <a16:creationId xmlns:a16="http://schemas.microsoft.com/office/drawing/2014/main" id="{87552C9D-2F35-A81F-C888-98007C62B128}"/>
              </a:ext>
            </a:extLst>
          </p:cNvPr>
          <p:cNvPicPr>
            <a:picLocks noChangeAspect="1"/>
          </p:cNvPicPr>
          <p:nvPr/>
        </p:nvPicPr>
        <p:blipFill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48652" y="4267060"/>
            <a:ext cx="1160354" cy="606479"/>
          </a:xfrm>
          <a:prstGeom prst="rect">
            <a:avLst/>
          </a:prstGeom>
        </p:spPr>
      </p:pic>
      <p:pic>
        <p:nvPicPr>
          <p:cNvPr id="2084" name="Picture 2083" descr="Stagwell | Transforming Marketing">
            <a:extLst>
              <a:ext uri="{FF2B5EF4-FFF2-40B4-BE49-F238E27FC236}">
                <a16:creationId xmlns:a16="http://schemas.microsoft.com/office/drawing/2014/main" id="{4FB1DA2D-3CB7-9ABE-4D03-02BC0CFA22A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85922" y="4119875"/>
            <a:ext cx="2010538" cy="214172"/>
          </a:xfrm>
          <a:prstGeom prst="rect">
            <a:avLst/>
          </a:prstGeom>
        </p:spPr>
      </p:pic>
      <p:pic>
        <p:nvPicPr>
          <p:cNvPr id="2086" name="Picture 2085" descr="File:Monks Logo.png - Wikimedia Commons">
            <a:extLst>
              <a:ext uri="{FF2B5EF4-FFF2-40B4-BE49-F238E27FC236}">
                <a16:creationId xmlns:a16="http://schemas.microsoft.com/office/drawing/2014/main" id="{8D6E968A-D6B4-7A25-74ED-485FE2FA5DB4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120365" y="4364034"/>
            <a:ext cx="974412" cy="294701"/>
          </a:xfrm>
          <a:prstGeom prst="rect">
            <a:avLst/>
          </a:prstGeom>
        </p:spPr>
      </p:pic>
      <p:pic>
        <p:nvPicPr>
          <p:cNvPr id="2087" name="Picture 2086" descr="Mediabrands Careers – Mediabrands Careers">
            <a:extLst>
              <a:ext uri="{FF2B5EF4-FFF2-40B4-BE49-F238E27FC236}">
                <a16:creationId xmlns:a16="http://schemas.microsoft.com/office/drawing/2014/main" id="{9CAD7E2B-1469-FE6F-A826-B386132F2A5C}"/>
              </a:ext>
            </a:extLst>
          </p:cNvPr>
          <p:cNvPicPr>
            <a:picLocks noChangeAspect="1"/>
          </p:cNvPicPr>
          <p:nvPr/>
        </p:nvPicPr>
        <p:blipFill>
          <a:blip r:embed="rId3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07517" y="3897141"/>
            <a:ext cx="1216316" cy="193428"/>
          </a:xfrm>
          <a:prstGeom prst="rect">
            <a:avLst/>
          </a:prstGeom>
        </p:spPr>
      </p:pic>
      <p:pic>
        <p:nvPicPr>
          <p:cNvPr id="2088" name="Picture 2087" descr="Current job openings - FlightStory">
            <a:extLst>
              <a:ext uri="{FF2B5EF4-FFF2-40B4-BE49-F238E27FC236}">
                <a16:creationId xmlns:a16="http://schemas.microsoft.com/office/drawing/2014/main" id="{233BC7DF-5A4C-F9D9-8DA8-4E63082754A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457961" y="5107052"/>
            <a:ext cx="1007447" cy="272011"/>
          </a:xfrm>
          <a:prstGeom prst="rect">
            <a:avLst/>
          </a:prstGeom>
        </p:spPr>
      </p:pic>
      <p:pic>
        <p:nvPicPr>
          <p:cNvPr id="2089" name="Picture 2088" descr="Patreon Logo, symbol, meaning, history, PNG, brand">
            <a:extLst>
              <a:ext uri="{FF2B5EF4-FFF2-40B4-BE49-F238E27FC236}">
                <a16:creationId xmlns:a16="http://schemas.microsoft.com/office/drawing/2014/main" id="{D8AD7ED9-68F9-564D-F88B-5F5B17BC47C0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541895" y="5002236"/>
            <a:ext cx="811585" cy="456517"/>
          </a:xfrm>
          <a:prstGeom prst="rect">
            <a:avLst/>
          </a:prstGeom>
        </p:spPr>
      </p:pic>
      <p:pic>
        <p:nvPicPr>
          <p:cNvPr id="2090" name="Picture 2089" descr="File:TikTok logo.svg - Wikipedia">
            <a:extLst>
              <a:ext uri="{FF2B5EF4-FFF2-40B4-BE49-F238E27FC236}">
                <a16:creationId xmlns:a16="http://schemas.microsoft.com/office/drawing/2014/main" id="{09CB96BC-2597-D123-BAFD-21FBF99B3E71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671147" y="5382661"/>
            <a:ext cx="819154" cy="238494"/>
          </a:xfrm>
          <a:prstGeom prst="rect">
            <a:avLst/>
          </a:prstGeom>
        </p:spPr>
      </p:pic>
      <p:pic>
        <p:nvPicPr>
          <p:cNvPr id="2091" name="Picture 2090" descr="Meta Logo and symbol, meaning, history, PNG">
            <a:extLst>
              <a:ext uri="{FF2B5EF4-FFF2-40B4-BE49-F238E27FC236}">
                <a16:creationId xmlns:a16="http://schemas.microsoft.com/office/drawing/2014/main" id="{6AE8FB19-8288-45FE-07F4-A01A301FF4C9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675041" y="4978666"/>
            <a:ext cx="678812" cy="381832"/>
          </a:xfrm>
          <a:prstGeom prst="rect">
            <a:avLst/>
          </a:prstGeom>
        </p:spPr>
      </p:pic>
      <p:pic>
        <p:nvPicPr>
          <p:cNvPr id="2098" name="Picture 2097" descr="YouTube has surpassed 50 million Music and Premium subscribers - YouTube  Blog">
            <a:extLst>
              <a:ext uri="{FF2B5EF4-FFF2-40B4-BE49-F238E27FC236}">
                <a16:creationId xmlns:a16="http://schemas.microsoft.com/office/drawing/2014/main" id="{6DB56AA3-7A39-816C-84A8-296403742F23}"/>
              </a:ext>
            </a:extLst>
          </p:cNvPr>
          <p:cNvPicPr>
            <a:picLocks noChangeAspect="1"/>
          </p:cNvPicPr>
          <p:nvPr/>
        </p:nvPicPr>
        <p:blipFill>
          <a:blip r:embed="rId4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9648" b="38199"/>
          <a:stretch>
            <a:fillRect/>
          </a:stretch>
        </p:blipFill>
        <p:spPr>
          <a:xfrm>
            <a:off x="4656880" y="5599747"/>
            <a:ext cx="867323" cy="277755"/>
          </a:xfrm>
          <a:prstGeom prst="rect">
            <a:avLst/>
          </a:prstGeom>
        </p:spPr>
      </p:pic>
      <p:pic>
        <p:nvPicPr>
          <p:cNvPr id="2099" name="Picture 2098" descr="Snap Inc. logo transparent PNG - StickPNG">
            <a:extLst>
              <a:ext uri="{FF2B5EF4-FFF2-40B4-BE49-F238E27FC236}">
                <a16:creationId xmlns:a16="http://schemas.microsoft.com/office/drawing/2014/main" id="{374BF8CD-849E-DD40-4795-35592AA25031}"/>
              </a:ext>
            </a:extLst>
          </p:cNvPr>
          <p:cNvPicPr>
            <a:picLocks noChangeAspect="1"/>
          </p:cNvPicPr>
          <p:nvPr/>
        </p:nvPicPr>
        <p:blipFill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03608" y="5333709"/>
            <a:ext cx="770523" cy="205946"/>
          </a:xfrm>
          <a:prstGeom prst="rect">
            <a:avLst/>
          </a:prstGeom>
        </p:spPr>
      </p:pic>
      <p:pic>
        <p:nvPicPr>
          <p:cNvPr id="2100" name="Picture 2099" descr="Linktree Logo and symbol, meaning, history, PNG, brand">
            <a:extLst>
              <a:ext uri="{FF2B5EF4-FFF2-40B4-BE49-F238E27FC236}">
                <a16:creationId xmlns:a16="http://schemas.microsoft.com/office/drawing/2014/main" id="{517F49FA-0875-CE1B-0D5F-BD2A534779C2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76911" y="5595743"/>
            <a:ext cx="688204" cy="387115"/>
          </a:xfrm>
          <a:prstGeom prst="rect">
            <a:avLst/>
          </a:prstGeom>
        </p:spPr>
      </p:pic>
      <p:pic>
        <p:nvPicPr>
          <p:cNvPr id="2101" name="Picture 2100" descr="Spotter and Stagwell (STGW) Announce Strategic Partnership to Advance  Premium Creator-Led Media">
            <a:extLst>
              <a:ext uri="{FF2B5EF4-FFF2-40B4-BE49-F238E27FC236}">
                <a16:creationId xmlns:a16="http://schemas.microsoft.com/office/drawing/2014/main" id="{1285ED3E-13DE-60F4-3C2A-F2EBF6F56637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19249" y="5093681"/>
            <a:ext cx="689758" cy="196758"/>
          </a:xfrm>
          <a:prstGeom prst="rect">
            <a:avLst/>
          </a:prstGeom>
        </p:spPr>
      </p:pic>
      <p:pic>
        <p:nvPicPr>
          <p:cNvPr id="2102" name="Picture 2101" descr="JELLYSMACK Logo Vector - (.SVG + .PNG) - GetLogo.Net">
            <a:extLst>
              <a:ext uri="{FF2B5EF4-FFF2-40B4-BE49-F238E27FC236}">
                <a16:creationId xmlns:a16="http://schemas.microsoft.com/office/drawing/2014/main" id="{E20CD812-25BB-39BC-7635-3FE2D8DABB38}"/>
              </a:ext>
            </a:extLst>
          </p:cNvPr>
          <p:cNvPicPr>
            <a:picLocks noChangeAspect="1"/>
          </p:cNvPicPr>
          <p:nvPr/>
        </p:nvPicPr>
        <p:blipFill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39115" y="5277351"/>
            <a:ext cx="1018846" cy="566026"/>
          </a:xfrm>
          <a:prstGeom prst="rect">
            <a:avLst/>
          </a:prstGeom>
        </p:spPr>
      </p:pic>
      <p:pic>
        <p:nvPicPr>
          <p:cNvPr id="2103" name="Picture 2102" descr="The AI Technology Company Empowering Creativity | Lightricks">
            <a:extLst>
              <a:ext uri="{FF2B5EF4-FFF2-40B4-BE49-F238E27FC236}">
                <a16:creationId xmlns:a16="http://schemas.microsoft.com/office/drawing/2014/main" id="{09F9333F-8502-8C53-0EC4-A74B4F44028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397070" y="5643806"/>
            <a:ext cx="1160354" cy="379396"/>
          </a:xfrm>
          <a:prstGeom prst="rect">
            <a:avLst/>
          </a:prstGeom>
        </p:spPr>
      </p:pic>
      <p:pic>
        <p:nvPicPr>
          <p:cNvPr id="2104" name="Picture 2103" descr="SEO &amp; PPC Digital Marketing Agency | Click Consult">
            <a:extLst>
              <a:ext uri="{FF2B5EF4-FFF2-40B4-BE49-F238E27FC236}">
                <a16:creationId xmlns:a16="http://schemas.microsoft.com/office/drawing/2014/main" id="{A41B63B8-9051-86C7-856C-6700572C506A}"/>
              </a:ext>
            </a:extLst>
          </p:cNvPr>
          <p:cNvPicPr>
            <a:picLocks noChangeAspect="1"/>
          </p:cNvPicPr>
          <p:nvPr/>
        </p:nvPicPr>
        <p:blipFill>
          <a:blip r:embed="rId4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5180" y="3129186"/>
            <a:ext cx="367812" cy="340929"/>
          </a:xfrm>
          <a:prstGeom prst="rect">
            <a:avLst/>
          </a:prstGeom>
        </p:spPr>
      </p:pic>
      <p:pic>
        <p:nvPicPr>
          <p:cNvPr id="2105" name="Picture 2104" descr="Full Service Digital Marketing Agency | Embryo">
            <a:extLst>
              <a:ext uri="{FF2B5EF4-FFF2-40B4-BE49-F238E27FC236}">
                <a16:creationId xmlns:a16="http://schemas.microsoft.com/office/drawing/2014/main" id="{6D56AB1A-E824-5A8C-89D8-317D2D5491FC}"/>
              </a:ext>
            </a:extLst>
          </p:cNvPr>
          <p:cNvPicPr>
            <a:picLocks noChangeAspect="1"/>
          </p:cNvPicPr>
          <p:nvPr/>
        </p:nvPicPr>
        <p:blipFill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83179" y="3049981"/>
            <a:ext cx="341263" cy="550673"/>
          </a:xfrm>
          <a:prstGeom prst="rect">
            <a:avLst/>
          </a:prstGeom>
        </p:spPr>
      </p:pic>
      <p:pic>
        <p:nvPicPr>
          <p:cNvPr id="2106" name="Picture 2105" descr="Performance Marketing Agency of the Year | Impression Digital">
            <a:extLst>
              <a:ext uri="{FF2B5EF4-FFF2-40B4-BE49-F238E27FC236}">
                <a16:creationId xmlns:a16="http://schemas.microsoft.com/office/drawing/2014/main" id="{4855B09E-A3D3-1375-894C-ECE66FC94F2A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105696" y="3297660"/>
            <a:ext cx="658341" cy="125944"/>
          </a:xfrm>
          <a:prstGeom prst="rect">
            <a:avLst/>
          </a:prstGeom>
        </p:spPr>
      </p:pic>
      <p:pic>
        <p:nvPicPr>
          <p:cNvPr id="2107" name="Picture 2106" descr="LTK - Powering Creator Commerce">
            <a:extLst>
              <a:ext uri="{FF2B5EF4-FFF2-40B4-BE49-F238E27FC236}">
                <a16:creationId xmlns:a16="http://schemas.microsoft.com/office/drawing/2014/main" id="{0A05EC24-409B-C4E5-852E-94CC047D092A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436436" y="5658343"/>
            <a:ext cx="658341" cy="2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3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988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kern="0" spc="-50"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Engaged candidates</a:t>
            </a:r>
          </a:p>
        </p:txBody>
      </p:sp>
      <p:sp>
        <p:nvSpPr>
          <p:cNvPr id="5" name="Shape 3"/>
          <p:cNvSpPr/>
          <p:nvPr/>
        </p:nvSpPr>
        <p:spPr>
          <a:xfrm>
            <a:off x="4585716" y="4434840"/>
            <a:ext cx="731520" cy="54864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7415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PRAEVA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1054-55F7-2A65-EAB4-75C4B1B4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433AA34-4BC9-AD59-3830-4801294F352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Engaged candidates 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7140BAC1-CF56-37E3-5CB2-A9DB7EEC50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55923" y="866069"/>
            <a:ext cx="1539391" cy="21590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Will Engert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BF2330A-CF64-1697-01A2-CED7CFDCA2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088" y="1701359"/>
            <a:ext cx="2348513" cy="215900"/>
          </a:xfrm>
        </p:spPr>
        <p:txBody>
          <a:bodyPr/>
          <a:lstStyle/>
          <a:p>
            <a:r>
              <a:rPr lang="en-GB"/>
              <a:t>£220,000 base, bonus, LTIP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3DDEF5B0-18E8-11BF-DDAB-3B08BD4210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1089" y="1370904"/>
            <a:ext cx="1539391" cy="215900"/>
          </a:xfrm>
        </p:spPr>
        <p:txBody>
          <a:bodyPr/>
          <a:lstStyle/>
          <a:p>
            <a:r>
              <a:rPr lang="en-GB" dirty="0"/>
              <a:t>London, open to commuting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E938A5A-B889-6D8B-C6F8-EA847F0767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1088" y="2043007"/>
            <a:ext cx="1539391" cy="215900"/>
          </a:xfrm>
        </p:spPr>
        <p:txBody>
          <a:bodyPr/>
          <a:lstStyle/>
          <a:p>
            <a:r>
              <a:rPr lang="en-GB"/>
              <a:t>4 months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4EA2EC23-E526-BE11-7460-2B879EE6C1E7}"/>
              </a:ext>
            </a:extLst>
          </p:cNvPr>
          <p:cNvSpPr txBox="1">
            <a:spLocks/>
          </p:cNvSpPr>
          <p:nvPr/>
        </p:nvSpPr>
        <p:spPr>
          <a:xfrm>
            <a:off x="714483" y="6261210"/>
            <a:ext cx="370095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800">
                <a:latin typeface="+mn-lt"/>
              </a:rPr>
              <a:t>ICAEW</a:t>
            </a:r>
            <a:r>
              <a:rPr lang="en-US" sz="800">
                <a:latin typeface="+mn-lt"/>
                <a:cs typeface="Arial" panose="020B0604020202020204" pitchFamily="34" charset="0"/>
              </a:rPr>
              <a:t>				</a:t>
            </a:r>
            <a:r>
              <a:rPr lang="en-US" sz="800" b="0">
                <a:solidFill>
                  <a:srgbClr val="000000"/>
                </a:solidFill>
                <a:latin typeface="+mn-lt"/>
              </a:rPr>
              <a:t>2011 - 2014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0">
                <a:solidFill>
                  <a:srgbClr val="000000"/>
                </a:solidFill>
                <a:latin typeface="+mn-lt"/>
                <a:cs typeface="+mn-cs"/>
              </a:rPr>
              <a:t>ACA, Accounting		</a:t>
            </a:r>
          </a:p>
          <a:p>
            <a:endParaRPr lang="en-US">
              <a:latin typeface="+mn-lt"/>
            </a:endParaRPr>
          </a:p>
        </p:txBody>
      </p:sp>
      <p:graphicFrame>
        <p:nvGraphicFramePr>
          <p:cNvPr id="36" name="TableCareer">
            <a:extLst>
              <a:ext uri="{FF2B5EF4-FFF2-40B4-BE49-F238E27FC236}">
                <a16:creationId xmlns:a16="http://schemas.microsoft.com/office/drawing/2014/main" id="{7D74797A-8529-C170-1F6D-20E12B69D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189126"/>
              </p:ext>
            </p:extLst>
          </p:nvPr>
        </p:nvGraphicFramePr>
        <p:xfrm>
          <a:off x="449435" y="2603203"/>
          <a:ext cx="4167888" cy="27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788">
                  <a:extLst>
                    <a:ext uri="{9D8B030D-6E8A-4147-A177-3AD203B41FA5}">
                      <a16:colId xmlns:a16="http://schemas.microsoft.com/office/drawing/2014/main" val="200"/>
                    </a:ext>
                  </a:extLst>
                </a:gridCol>
                <a:gridCol w="1540100">
                  <a:extLst>
                    <a:ext uri="{9D8B030D-6E8A-4147-A177-3AD203B41FA5}">
                      <a16:colId xmlns:a16="http://schemas.microsoft.com/office/drawing/2014/main" val="2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Publicis Groupe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Chief Commercial Officer, Media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2025 - present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Independent Consultant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/>
                        <a:t>Finance, Operational &amp; Commercial Consultancy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2024 - 2025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&amp; Partnership</a:t>
                      </a:r>
                    </a:p>
                    <a:p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Chief Operating Officer &amp; Partner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/>
                        <a:t>2020 - 2024</a:t>
                      </a:r>
                      <a:endParaRPr lang="en-GB"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UK Government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Project Director at FCDO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2019 - 2020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&amp; Partnership</a:t>
                      </a:r>
                    </a:p>
                    <a:p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Commercial Finance Director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/>
                        <a:t>2016 - 2019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WPP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/>
                        <a:t>Mergers and Acquisitions Director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/>
                    </a:p>
                    <a:p>
                      <a:pPr algn="r"/>
                      <a:r>
                        <a:rPr lang="en-GB" sz="900"/>
                        <a:t>2016 - 2016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19721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GB" sz="900" b="1"/>
                        <a:t>Deloitte</a:t>
                      </a:r>
                    </a:p>
                    <a:p>
                      <a:r>
                        <a:rPr lang="en-GB" sz="900"/>
                        <a:t>Manager</a:t>
                      </a:r>
                      <a:endParaRPr lang="en-GB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2011 - 2016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7"/>
                  </a:ext>
                </a:extLst>
              </a:tr>
            </a:tbl>
          </a:graphicData>
        </a:graphic>
      </p:graphicFrame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F465676-3D0A-2EA4-AED7-57543B97AF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23992" y="1713998"/>
            <a:ext cx="2348513" cy="215900"/>
          </a:xfrm>
        </p:spPr>
        <p:txBody>
          <a:bodyPr/>
          <a:lstStyle/>
          <a:p>
            <a:r>
              <a:rPr lang="en-GB"/>
              <a:t>£150,000, 40% bonus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CCC7870-2302-9F1E-0ED1-47A88868C1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23993" y="1383543"/>
            <a:ext cx="1539391" cy="215900"/>
          </a:xfrm>
        </p:spPr>
        <p:txBody>
          <a:bodyPr/>
          <a:lstStyle/>
          <a:p>
            <a:r>
              <a:rPr lang="en-GB" dirty="0"/>
              <a:t>London, open to relocating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DD7A75F-5C03-7E34-760F-F7AB01E189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23992" y="2055646"/>
            <a:ext cx="1539391" cy="215900"/>
          </a:xfrm>
        </p:spPr>
        <p:txBody>
          <a:bodyPr/>
          <a:lstStyle/>
          <a:p>
            <a:r>
              <a:rPr lang="en-GB" dirty="0"/>
              <a:t>Immediately available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463ECE0-7A84-7BAF-9A69-256450FE08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65806" y="868796"/>
            <a:ext cx="1539391" cy="21590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Jess </a:t>
            </a:r>
            <a:r>
              <a:rPr lang="en-GB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Markwood</a:t>
            </a:r>
            <a:endParaRPr lang="en-GB">
              <a:solidFill>
                <a:schemeClr val="tx1"/>
              </a:solidFill>
            </a:endParaRPr>
          </a:p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44A6852-213D-2FD0-6EEE-D5A20E6BE0F3}"/>
              </a:ext>
            </a:extLst>
          </p:cNvPr>
          <p:cNvSpPr txBox="1">
            <a:spLocks/>
          </p:cNvSpPr>
          <p:nvPr/>
        </p:nvSpPr>
        <p:spPr>
          <a:xfrm>
            <a:off x="5487388" y="6273849"/>
            <a:ext cx="370095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800">
                <a:latin typeface="+mn-lt"/>
                <a:cs typeface="Arial" panose="020B0604020202020204" pitchFamily="34" charset="0"/>
              </a:rPr>
              <a:t>Falmouth College of Art			</a:t>
            </a:r>
            <a:r>
              <a:rPr lang="en-US" sz="800" b="0">
                <a:solidFill>
                  <a:srgbClr val="000000"/>
                </a:solidFill>
                <a:latin typeface="+mn-lt"/>
              </a:rPr>
              <a:t>2003 - 2004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0">
                <a:solidFill>
                  <a:srgbClr val="000000"/>
                </a:solidFill>
                <a:latin typeface="+mn-lt"/>
              </a:rPr>
              <a:t>Foundation Fine Art, Fashion and Embellishment</a:t>
            </a:r>
          </a:p>
          <a:p>
            <a:endParaRPr lang="en-US">
              <a:latin typeface="+mn-lt"/>
            </a:endParaRPr>
          </a:p>
        </p:txBody>
      </p:sp>
      <p:graphicFrame>
        <p:nvGraphicFramePr>
          <p:cNvPr id="19" name="TableCareer">
            <a:extLst>
              <a:ext uri="{FF2B5EF4-FFF2-40B4-BE49-F238E27FC236}">
                <a16:creationId xmlns:a16="http://schemas.microsoft.com/office/drawing/2014/main" id="{C1AA3813-4D6A-EC61-26C6-B2DD9AB58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3645"/>
              </p:ext>
            </p:extLst>
          </p:nvPr>
        </p:nvGraphicFramePr>
        <p:xfrm>
          <a:off x="5249322" y="2601703"/>
          <a:ext cx="4167888" cy="27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1078">
                  <a:extLst>
                    <a:ext uri="{9D8B030D-6E8A-4147-A177-3AD203B41FA5}">
                      <a16:colId xmlns:a16="http://schemas.microsoft.com/office/drawing/2014/main" val="200"/>
                    </a:ext>
                  </a:extLst>
                </a:gridCol>
                <a:gridCol w="1136810">
                  <a:extLst>
                    <a:ext uri="{9D8B030D-6E8A-4147-A177-3AD203B41FA5}">
                      <a16:colId xmlns:a16="http://schemas.microsoft.com/office/drawing/2014/main" val="2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Independent Consultant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Fractional Chief Operational Officer/Chief People Officer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2025 - present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Fifth Group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/>
                        <a:t>Chief Operating Officer</a:t>
                      </a:r>
                    </a:p>
                    <a:p>
                      <a:r>
                        <a:rPr lang="en-GB" sz="900"/>
                        <a:t>Director of Operations &amp; Marketing </a:t>
                      </a:r>
                    </a:p>
                    <a:p>
                      <a:r>
                        <a:rPr lang="en-GB" sz="900"/>
                        <a:t>Content and Strategy Director 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/>
                        <a:t>2022 - 2025</a:t>
                      </a:r>
                    </a:p>
                    <a:p>
                      <a:pPr algn="r"/>
                      <a:r>
                        <a:rPr lang="en-GB" sz="900"/>
                        <a:t>2021 - 2022</a:t>
                      </a:r>
                    </a:p>
                    <a:p>
                      <a:pPr algn="r"/>
                      <a:r>
                        <a:rPr lang="en-GB" sz="900"/>
                        <a:t>2019 - 2021</a:t>
                      </a:r>
                      <a:endParaRPr lang="en-GB"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Studio London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/>
                        <a:t>Content &amp; Client Services Director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/>
                        <a:t>2016 - 2019 </a:t>
                      </a:r>
                      <a:endParaRPr lang="en-GB" sz="9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/>
                        <a:t>Mode Media Corporation</a:t>
                      </a:r>
                      <a:b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/>
                        <a:t>Content &amp; Client Services Director</a:t>
                      </a:r>
                      <a:endParaRPr lang="en-GB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900"/>
                        <a:t>Editorial Director 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/>
                        <a:t>2016 - 2016</a:t>
                      </a: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 2014 - 2016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Dorothy Perkins, Arcadia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/>
                        <a:t>Digital Director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 2012 - 2013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Arcadia Retail Group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err="1"/>
                        <a:t>Group</a:t>
                      </a:r>
                      <a:r>
                        <a:rPr lang="en-GB" sz="900"/>
                        <a:t> Ecommerce Projects Lead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2012 - 2013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59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1E63BD-1683-CA50-8E9D-AF922857E5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Engaged candidates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FC1D87-C951-1F88-BCF4-3A42A5EA9D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20758" y="1701359"/>
            <a:ext cx="2348513" cy="215900"/>
          </a:xfrm>
        </p:spPr>
        <p:txBody>
          <a:bodyPr/>
          <a:lstStyle/>
          <a:p>
            <a:r>
              <a:rPr lang="en-GB"/>
              <a:t>£180,000 base, up to 20% bonus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E6C306-500C-64B8-1060-E6E1767F3F3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20759" y="1370904"/>
            <a:ext cx="1539391" cy="215900"/>
          </a:xfrm>
        </p:spPr>
        <p:txBody>
          <a:bodyPr/>
          <a:lstStyle/>
          <a:p>
            <a:r>
              <a:rPr lang="en-US" dirty="0"/>
              <a:t>London, open to commuting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C5D104-8561-904C-F2C8-07A84C8ED8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20758" y="2043007"/>
            <a:ext cx="1539391" cy="215900"/>
          </a:xfrm>
        </p:spPr>
        <p:txBody>
          <a:bodyPr/>
          <a:lstStyle/>
          <a:p>
            <a:r>
              <a:rPr lang="en-GB"/>
              <a:t>6 months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FD81AD-6C7B-B6A4-A592-53026B0537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03144" y="839622"/>
            <a:ext cx="1983643" cy="2159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Sophie Wooller Dent 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8E25F67-CF0E-0C3E-5229-A1DF26AB0CC9}"/>
              </a:ext>
            </a:extLst>
          </p:cNvPr>
          <p:cNvSpPr txBox="1">
            <a:spLocks/>
          </p:cNvSpPr>
          <p:nvPr/>
        </p:nvSpPr>
        <p:spPr>
          <a:xfrm>
            <a:off x="5484154" y="6246354"/>
            <a:ext cx="370095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00">
                <a:latin typeface="+mn-lt"/>
                <a:cs typeface="Arial" panose="020B0604020202020204" pitchFamily="34" charset="0"/>
              </a:rPr>
              <a:t>Durham University 			</a:t>
            </a:r>
            <a:r>
              <a:rPr lang="en-US" sz="800" b="0">
                <a:latin typeface="+mn-lt"/>
                <a:cs typeface="Arial" panose="020B0604020202020204" pitchFamily="34" charset="0"/>
              </a:rPr>
              <a:t>2004 - 2007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00" b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BA, History </a:t>
            </a:r>
            <a:r>
              <a:rPr lang="en-US" sz="800" b="0">
                <a:solidFill>
                  <a:srgbClr val="000000"/>
                </a:solidFill>
                <a:latin typeface="+mn-lt"/>
              </a:rPr>
              <a:t>	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		</a:t>
            </a:r>
          </a:p>
          <a:p>
            <a:endParaRPr lang="en-US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CDD3EDF-84BF-740E-AF7C-666641477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47712"/>
              </p:ext>
            </p:extLst>
          </p:nvPr>
        </p:nvGraphicFramePr>
        <p:xfrm>
          <a:off x="5285503" y="2668753"/>
          <a:ext cx="4100000" cy="3071280"/>
        </p:xfrm>
        <a:graphic>
          <a:graphicData uri="http://schemas.openxmlformats.org/drawingml/2006/table">
            <a:tbl>
              <a:tblPr/>
              <a:tblGrid>
                <a:gridCol w="2050000">
                  <a:extLst>
                    <a:ext uri="{9D8B030D-6E8A-4147-A177-3AD203B41FA5}">
                      <a16:colId xmlns:a16="http://schemas.microsoft.com/office/drawing/2014/main" val="3831384863"/>
                    </a:ext>
                  </a:extLst>
                </a:gridCol>
                <a:gridCol w="2050000">
                  <a:extLst>
                    <a:ext uri="{9D8B030D-6E8A-4147-A177-3AD203B41FA5}">
                      <a16:colId xmlns:a16="http://schemas.microsoft.com/office/drawing/2014/main" val="2035747889"/>
                    </a:ext>
                  </a:extLst>
                </a:gridCol>
              </a:tblGrid>
              <a:tr h="250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Zenith UK</a:t>
                      </a:r>
                      <a:br>
                        <a:rPr lang="en-GB" sz="900"/>
                      </a:br>
                      <a:r>
                        <a:rPr lang="en-GB" sz="900"/>
                        <a:t>Chief Operating Officer</a:t>
                      </a:r>
                    </a:p>
                  </a:txBody>
                  <a:tcPr marL="54209" marR="54209" marT="27105" marB="27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2025 - present</a:t>
                      </a:r>
                    </a:p>
                  </a:txBody>
                  <a:tcPr marL="54209" marR="54209" marT="27105" marB="271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921720"/>
                  </a:ext>
                </a:extLst>
              </a:tr>
              <a:tr h="354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Croud</a:t>
                      </a:r>
                      <a:br>
                        <a:rPr lang="en-GB" sz="900"/>
                      </a:br>
                      <a:r>
                        <a:rPr lang="en-GB" sz="900"/>
                        <a:t>Chief Operating Officer, UK</a:t>
                      </a:r>
                      <a:br>
                        <a:rPr lang="en-GB" sz="900"/>
                      </a:br>
                      <a:r>
                        <a:rPr lang="en-GB" sz="900"/>
                        <a:t>Director of Digital Transformation</a:t>
                      </a:r>
                    </a:p>
                  </a:txBody>
                  <a:tcPr marL="54209" marR="54209" marT="27105" marB="27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2023 - 2025</a:t>
                      </a:r>
                      <a:br>
                        <a:rPr lang="en-GB" sz="900"/>
                      </a:br>
                      <a:r>
                        <a:rPr lang="en-GB" sz="900"/>
                        <a:t>2020 - 2023</a:t>
                      </a:r>
                    </a:p>
                  </a:txBody>
                  <a:tcPr marL="54209" marR="54209" marT="27105" marB="271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25410"/>
                  </a:ext>
                </a:extLst>
              </a:tr>
              <a:tr h="360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err="1"/>
                        <a:t>FareShare</a:t>
                      </a:r>
                      <a:r>
                        <a:rPr lang="en-GB" sz="900" b="1"/>
                        <a:t> UK</a:t>
                      </a:r>
                      <a:br>
                        <a:rPr lang="en-GB" sz="900"/>
                      </a:br>
                      <a:r>
                        <a:rPr lang="en-GB" sz="900"/>
                        <a:t>Project Finance Business Partner</a:t>
                      </a:r>
                    </a:p>
                  </a:txBody>
                  <a:tcPr marL="54209" marR="54209" marT="27105" marB="27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2020 - 2020</a:t>
                      </a:r>
                    </a:p>
                  </a:txBody>
                  <a:tcPr marL="54209" marR="54209" marT="27105" marB="271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056899"/>
                  </a:ext>
                </a:extLst>
              </a:tr>
              <a:tr h="250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The Programmatic Advisory</a:t>
                      </a:r>
                      <a:br>
                        <a:rPr lang="en-GB" sz="900"/>
                      </a:br>
                      <a:r>
                        <a:rPr lang="en-GB" sz="900"/>
                        <a:t>Head of UK</a:t>
                      </a:r>
                    </a:p>
                  </a:txBody>
                  <a:tcPr marL="54209" marR="54209" marT="27105" marB="27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2019 - 2020</a:t>
                      </a:r>
                    </a:p>
                  </a:txBody>
                  <a:tcPr marL="54209" marR="54209" marT="27105" marB="271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301889"/>
                  </a:ext>
                </a:extLst>
              </a:tr>
              <a:tr h="250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Dentsu Aegis Network</a:t>
                      </a:r>
                      <a:br>
                        <a:rPr lang="en-GB" sz="900"/>
                      </a:br>
                      <a:r>
                        <a:rPr lang="en-GB" sz="900"/>
                        <a:t>Strategy Director</a:t>
                      </a:r>
                    </a:p>
                  </a:txBody>
                  <a:tcPr marL="54209" marR="54209" marT="27105" marB="27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2018 - 2019</a:t>
                      </a:r>
                    </a:p>
                  </a:txBody>
                  <a:tcPr marL="54209" marR="54209" marT="27105" marB="271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038846"/>
                  </a:ext>
                </a:extLst>
              </a:tr>
              <a:tr h="459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iProspect</a:t>
                      </a:r>
                      <a:br>
                        <a:rPr lang="en-GB" sz="900"/>
                      </a:br>
                      <a:r>
                        <a:rPr lang="en-GB" sz="900"/>
                        <a:t>Director of Data and Technology Products</a:t>
                      </a:r>
                      <a:br>
                        <a:rPr lang="en-GB" sz="900"/>
                      </a:br>
                      <a:r>
                        <a:rPr lang="en-GB" sz="900"/>
                        <a:t>Consultancy Lead</a:t>
                      </a:r>
                    </a:p>
                  </a:txBody>
                  <a:tcPr marL="54209" marR="54209" marT="27105" marB="27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2017 - 2018</a:t>
                      </a:r>
                      <a:br>
                        <a:rPr lang="en-GB" sz="900"/>
                      </a:br>
                      <a:r>
                        <a:rPr lang="en-GB" sz="900"/>
                        <a:t>2015 - 2017</a:t>
                      </a:r>
                    </a:p>
                  </a:txBody>
                  <a:tcPr marL="54209" marR="54209" marT="27105" marB="271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80070"/>
                  </a:ext>
                </a:extLst>
              </a:tr>
              <a:tr h="250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Dentsu Aegis Network</a:t>
                      </a:r>
                      <a:br>
                        <a:rPr lang="en-GB" sz="900"/>
                      </a:br>
                      <a:r>
                        <a:rPr lang="en-GB" sz="900"/>
                        <a:t>Head of Consultancy, UK&amp;I</a:t>
                      </a:r>
                    </a:p>
                  </a:txBody>
                  <a:tcPr marL="54209" marR="54209" marT="27105" marB="27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2017 - 2017</a:t>
                      </a:r>
                    </a:p>
                  </a:txBody>
                  <a:tcPr marL="54209" marR="54209" marT="27105" marB="271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261542"/>
                  </a:ext>
                </a:extLst>
              </a:tr>
              <a:tr h="250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BT</a:t>
                      </a:r>
                      <a:br>
                        <a:rPr lang="en-GB" sz="900"/>
                      </a:br>
                      <a:r>
                        <a:rPr lang="en-GB" sz="900"/>
                        <a:t>Finance Manager</a:t>
                      </a:r>
                    </a:p>
                  </a:txBody>
                  <a:tcPr marL="54209" marR="54209" marT="27105" marB="271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2013 - 2015</a:t>
                      </a:r>
                    </a:p>
                  </a:txBody>
                  <a:tcPr marL="54209" marR="54209" marT="27105" marB="271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175299"/>
                  </a:ext>
                </a:extLst>
              </a:tr>
            </a:tbl>
          </a:graphicData>
        </a:graphic>
      </p:graphicFrame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2B5C149-A785-C31C-62EE-D74314A2F02C}"/>
              </a:ext>
            </a:extLst>
          </p:cNvPr>
          <p:cNvSpPr txBox="1">
            <a:spLocks/>
          </p:cNvSpPr>
          <p:nvPr/>
        </p:nvSpPr>
        <p:spPr>
          <a:xfrm>
            <a:off x="553103" y="1726732"/>
            <a:ext cx="234851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£150,000 base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E13EC8C1-50DD-9F85-4A18-9C526A231B84}"/>
              </a:ext>
            </a:extLst>
          </p:cNvPr>
          <p:cNvSpPr txBox="1">
            <a:spLocks/>
          </p:cNvSpPr>
          <p:nvPr/>
        </p:nvSpPr>
        <p:spPr>
          <a:xfrm>
            <a:off x="553103" y="1402318"/>
            <a:ext cx="1539391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London, open to commuting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C54D8AA8-A608-E925-0252-028CB3D7F28B}"/>
              </a:ext>
            </a:extLst>
          </p:cNvPr>
          <p:cNvSpPr txBox="1">
            <a:spLocks/>
          </p:cNvSpPr>
          <p:nvPr/>
        </p:nvSpPr>
        <p:spPr>
          <a:xfrm>
            <a:off x="1621860" y="862444"/>
            <a:ext cx="1539391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ctr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1462" b="1" kern="1200" dirty="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Matthew Burt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C550560C-3DBE-F192-B7F4-3D06AF8A2585}"/>
              </a:ext>
            </a:extLst>
          </p:cNvPr>
          <p:cNvSpPr txBox="1">
            <a:spLocks/>
          </p:cNvSpPr>
          <p:nvPr/>
        </p:nvSpPr>
        <p:spPr>
          <a:xfrm>
            <a:off x="713356" y="6259659"/>
            <a:ext cx="370095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800">
                <a:latin typeface="+mn-lt"/>
                <a:cs typeface="Arial" panose="020B0604020202020204" pitchFamily="34" charset="0"/>
              </a:rPr>
              <a:t>Kaplan Law School			</a:t>
            </a:r>
            <a:r>
              <a:rPr lang="en-US" sz="800" b="0">
                <a:solidFill>
                  <a:srgbClr val="000000"/>
                </a:solidFill>
                <a:latin typeface="+mn-lt"/>
              </a:rPr>
              <a:t>2013 - 2014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0">
                <a:solidFill>
                  <a:srgbClr val="000000"/>
                </a:solidFill>
                <a:latin typeface="+mn-lt"/>
              </a:rPr>
              <a:t>Graduate Diploma in Law	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	</a:t>
            </a:r>
          </a:p>
          <a:p>
            <a:endParaRPr lang="en-US">
              <a:latin typeface="+mn-lt"/>
            </a:endParaRPr>
          </a:p>
        </p:txBody>
      </p:sp>
      <p:graphicFrame>
        <p:nvGraphicFramePr>
          <p:cNvPr id="34" name="TableCareer">
            <a:extLst>
              <a:ext uri="{FF2B5EF4-FFF2-40B4-BE49-F238E27FC236}">
                <a16:creationId xmlns:a16="http://schemas.microsoft.com/office/drawing/2014/main" id="{CE5A8088-D5C0-B0AE-074A-37E92F178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051514"/>
              </p:ext>
            </p:extLst>
          </p:nvPr>
        </p:nvGraphicFramePr>
        <p:xfrm>
          <a:off x="470289" y="2601196"/>
          <a:ext cx="4206213" cy="2602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884">
                  <a:extLst>
                    <a:ext uri="{9D8B030D-6E8A-4147-A177-3AD203B41FA5}">
                      <a16:colId xmlns:a16="http://schemas.microsoft.com/office/drawing/2014/main" val="200"/>
                    </a:ext>
                  </a:extLst>
                </a:gridCol>
                <a:gridCol w="1095329">
                  <a:extLst>
                    <a:ext uri="{9D8B030D-6E8A-4147-A177-3AD203B41FA5}">
                      <a16:colId xmlns:a16="http://schemas.microsoft.com/office/drawing/2014/main" val="201"/>
                    </a:ext>
                  </a:extLst>
                </a:gridCol>
              </a:tblGrid>
              <a:tr h="511293">
                <a:tc>
                  <a:txBody>
                    <a:bodyPr/>
                    <a:lstStyle/>
                    <a:p>
                      <a:r>
                        <a:rPr lang="en-GB" sz="9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VaynerMedia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Vice President, Business Affairs &amp; Operations, EMEA</a:t>
                      </a:r>
                    </a:p>
                    <a:p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Director, Business Affairs, EMEA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2025 - present </a:t>
                      </a: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2024 - 2025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1"/>
                  </a:ext>
                </a:extLst>
              </a:tr>
              <a:tr h="371849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Shutterstock Studios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Director, Business Affairs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/>
                        <a:t>2023 - 2023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"/>
                  </a:ext>
                </a:extLst>
              </a:tr>
              <a:tr h="698874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R/GA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Director, Business Operations &amp; Business Affairs, EMEA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900"/>
                        <a:t>Director, Business Affairs EMEA</a:t>
                      </a:r>
                    </a:p>
                    <a:p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Business Affairs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2022 - 2023 </a:t>
                      </a:r>
                      <a:endParaRPr lang="en-GB" sz="900"/>
                    </a:p>
                    <a:p>
                      <a:pPr algn="r"/>
                      <a:r>
                        <a:rPr lang="en-GB" sz="900"/>
                        <a:t>2020 - 2022</a:t>
                      </a: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2018 - 2020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5"/>
                  </a:ext>
                </a:extLst>
              </a:tr>
              <a:tr h="371849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Viacom International Media Networks</a:t>
                      </a:r>
                    </a:p>
                    <a:p>
                      <a:r>
                        <a:rPr lang="en-US" sz="900"/>
                        <a:t>Senior Contracts &amp; Legal Affairs Manager</a:t>
                      </a:r>
                      <a:endParaRPr lang="en-GB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2018 - 2018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6"/>
                  </a:ext>
                </a:extLst>
              </a:tr>
              <a:tr h="648772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James Grant Group</a:t>
                      </a:r>
                    </a:p>
                    <a:p>
                      <a:r>
                        <a:rPr lang="en-GB" sz="900"/>
                        <a:t>Business Affairs Manager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2016 - 2018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7"/>
                  </a:ext>
                </a:extLst>
              </a:tr>
            </a:tbl>
          </a:graphicData>
        </a:graphic>
      </p:graphicFrame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D3A63D3D-B17C-BBA5-DB0D-918ADB0FAAFB}"/>
              </a:ext>
            </a:extLst>
          </p:cNvPr>
          <p:cNvSpPr txBox="1">
            <a:spLocks/>
          </p:cNvSpPr>
          <p:nvPr/>
        </p:nvSpPr>
        <p:spPr>
          <a:xfrm>
            <a:off x="553103" y="2069991"/>
            <a:ext cx="2348513" cy="26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3 months</a:t>
            </a:r>
          </a:p>
        </p:txBody>
      </p:sp>
    </p:spTree>
    <p:extLst>
      <p:ext uri="{BB962C8B-B14F-4D97-AF65-F5344CB8AC3E}">
        <p14:creationId xmlns:p14="http://schemas.microsoft.com/office/powerpoint/2010/main" val="252405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3FBA-08B1-A70C-682B-0EA5A367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07CCF41-0FFC-7B9E-AA7B-B502C8638FDE}"/>
              </a:ext>
            </a:extLst>
          </p:cNvPr>
          <p:cNvSpPr txBox="1">
            <a:spLocks/>
          </p:cNvSpPr>
          <p:nvPr/>
        </p:nvSpPr>
        <p:spPr>
          <a:xfrm>
            <a:off x="325200" y="246153"/>
            <a:ext cx="3586842" cy="2382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2400" kern="1200" dirty="0">
                <a:solidFill>
                  <a:schemeClr val="tx1"/>
                </a:solidFill>
                <a:latin typeface="Deacon Condensed Condensed Bold" pitchFamily="50" charset="0"/>
                <a:ea typeface="+mn-ea"/>
                <a:cs typeface="Deacon Condensed Condensed Bold" pitchFamily="50" charset="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Engaged candidates </a:t>
            </a:r>
          </a:p>
        </p:txBody>
      </p:sp>
      <p:sp>
        <p:nvSpPr>
          <p:cNvPr id="22" name="Text Placeholder 8">
            <a:hlinkClick r:id="rId2"/>
            <a:extLst>
              <a:ext uri="{FF2B5EF4-FFF2-40B4-BE49-F238E27FC236}">
                <a16:creationId xmlns:a16="http://schemas.microsoft.com/office/drawing/2014/main" id="{FDBB3031-DEBA-A347-A6CA-14BDBED3EC7C}"/>
              </a:ext>
            </a:extLst>
          </p:cNvPr>
          <p:cNvSpPr txBox="1">
            <a:spLocks/>
          </p:cNvSpPr>
          <p:nvPr/>
        </p:nvSpPr>
        <p:spPr>
          <a:xfrm>
            <a:off x="6451936" y="856157"/>
            <a:ext cx="1829029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ctr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1462" b="1" kern="1200" dirty="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u="sng">
                <a:solidFill>
                  <a:schemeClr val="tx1"/>
                </a:solidFill>
              </a:rPr>
              <a:t>Mae Reddaway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E281D1AF-ADB2-7C13-FC79-698F3F36050F}"/>
              </a:ext>
            </a:extLst>
          </p:cNvPr>
          <p:cNvSpPr txBox="1">
            <a:spLocks/>
          </p:cNvSpPr>
          <p:nvPr/>
        </p:nvSpPr>
        <p:spPr>
          <a:xfrm>
            <a:off x="553103" y="1726732"/>
            <a:ext cx="234851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£120,000 base, 20% bonus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45D85D4E-8674-62D4-F95E-47609B97DA1B}"/>
              </a:ext>
            </a:extLst>
          </p:cNvPr>
          <p:cNvSpPr txBox="1">
            <a:spLocks/>
          </p:cNvSpPr>
          <p:nvPr/>
        </p:nvSpPr>
        <p:spPr>
          <a:xfrm>
            <a:off x="553103" y="1402318"/>
            <a:ext cx="1539391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Manchester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31E31668-BDBC-DFB0-51CB-D05E351B5527}"/>
              </a:ext>
            </a:extLst>
          </p:cNvPr>
          <p:cNvSpPr txBox="1">
            <a:spLocks/>
          </p:cNvSpPr>
          <p:nvPr/>
        </p:nvSpPr>
        <p:spPr>
          <a:xfrm>
            <a:off x="1368354" y="856157"/>
            <a:ext cx="2095007" cy="2096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ctr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1462" b="1" kern="1200" dirty="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Damian Fairbrother Jones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0D39F7BE-466B-4EDF-FDB4-D0EA34E9213A}"/>
              </a:ext>
            </a:extLst>
          </p:cNvPr>
          <p:cNvSpPr txBox="1">
            <a:spLocks/>
          </p:cNvSpPr>
          <p:nvPr/>
        </p:nvSpPr>
        <p:spPr>
          <a:xfrm>
            <a:off x="713356" y="6259659"/>
            <a:ext cx="370095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00" err="1">
                <a:latin typeface="+mn-lt"/>
                <a:cs typeface="Arial" panose="020B0604020202020204" pitchFamily="34" charset="0"/>
              </a:rPr>
              <a:t>Prifysgol</a:t>
            </a:r>
            <a:r>
              <a:rPr lang="en-US" sz="800">
                <a:latin typeface="+mn-lt"/>
                <a:cs typeface="Arial" panose="020B0604020202020204" pitchFamily="34" charset="0"/>
              </a:rPr>
              <a:t> Aberystwyth University		</a:t>
            </a:r>
            <a:r>
              <a:rPr lang="en-US" sz="800" b="0">
                <a:cs typeface="Arial" panose="020B0604020202020204" pitchFamily="34" charset="0"/>
              </a:rPr>
              <a:t> 1991 - 1994</a:t>
            </a:r>
            <a:endParaRPr lang="en-US" sz="800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00" b="0">
                <a:latin typeface="+mn-lt"/>
                <a:cs typeface="Arial" panose="020B0604020202020204" pitchFamily="34" charset="0"/>
              </a:rPr>
              <a:t>LLB (Hons), Law				</a:t>
            </a:r>
            <a:endParaRPr lang="en-US" b="0">
              <a:latin typeface="+mn-lt"/>
            </a:endParaRP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E51C0080-D66D-37D9-EF46-28FA8AFC4E8D}"/>
              </a:ext>
            </a:extLst>
          </p:cNvPr>
          <p:cNvSpPr txBox="1">
            <a:spLocks/>
          </p:cNvSpPr>
          <p:nvPr/>
        </p:nvSpPr>
        <p:spPr>
          <a:xfrm>
            <a:off x="553103" y="2069991"/>
            <a:ext cx="2348513" cy="26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Immediately available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FC453EE-7A1B-C104-71EF-F46A124AFC4A}"/>
              </a:ext>
            </a:extLst>
          </p:cNvPr>
          <p:cNvSpPr txBox="1">
            <a:spLocks/>
          </p:cNvSpPr>
          <p:nvPr/>
        </p:nvSpPr>
        <p:spPr>
          <a:xfrm>
            <a:off x="5328303" y="1726732"/>
            <a:ext cx="234851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TBC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FDBFF03-A019-D72A-4B12-2EE8C1A24589}"/>
              </a:ext>
            </a:extLst>
          </p:cNvPr>
          <p:cNvSpPr txBox="1">
            <a:spLocks/>
          </p:cNvSpPr>
          <p:nvPr/>
        </p:nvSpPr>
        <p:spPr>
          <a:xfrm>
            <a:off x="5328303" y="1402318"/>
            <a:ext cx="1539391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London, open to commuting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4C1E57B-73D1-BC8F-9F3E-31DC1BD1D2F4}"/>
              </a:ext>
            </a:extLst>
          </p:cNvPr>
          <p:cNvSpPr txBox="1">
            <a:spLocks/>
          </p:cNvSpPr>
          <p:nvPr/>
        </p:nvSpPr>
        <p:spPr>
          <a:xfrm>
            <a:off x="5328303" y="2069991"/>
            <a:ext cx="2348513" cy="26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TBC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BBE5BF2-7ACB-5BC6-EAF6-AFC66696D781}"/>
              </a:ext>
            </a:extLst>
          </p:cNvPr>
          <p:cNvSpPr txBox="1">
            <a:spLocks/>
          </p:cNvSpPr>
          <p:nvPr/>
        </p:nvSpPr>
        <p:spPr>
          <a:xfrm>
            <a:off x="5477092" y="6259659"/>
            <a:ext cx="370095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00">
                <a:latin typeface="+mn-lt"/>
                <a:cs typeface="Arial" panose="020B0604020202020204" pitchFamily="34" charset="0"/>
              </a:rPr>
              <a:t>Lancaster University			</a:t>
            </a:r>
            <a:r>
              <a:rPr lang="en-US" sz="800" b="0">
                <a:cs typeface="Arial" panose="020B0604020202020204" pitchFamily="34" charset="0"/>
              </a:rPr>
              <a:t> 2012 - 2016</a:t>
            </a:r>
            <a:endParaRPr lang="en-US" sz="800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800" b="0">
                <a:latin typeface="+mn-lt"/>
                <a:cs typeface="Arial" panose="020B0604020202020204" pitchFamily="34" charset="0"/>
              </a:rPr>
              <a:t>BSc (Hons), Marketing Management		</a:t>
            </a:r>
            <a:r>
              <a:rPr lang="en-US" sz="800" b="0">
                <a:solidFill>
                  <a:srgbClr val="000000"/>
                </a:solidFill>
                <a:latin typeface="+mn-lt"/>
              </a:rPr>
              <a:t>	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	</a:t>
            </a:r>
          </a:p>
          <a:p>
            <a:endParaRPr lang="en-US"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97434C-64E3-97A9-CCDF-0BC139121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68764"/>
              </p:ext>
            </p:extLst>
          </p:nvPr>
        </p:nvGraphicFramePr>
        <p:xfrm>
          <a:off x="478195" y="2561041"/>
          <a:ext cx="4200168" cy="3464267"/>
        </p:xfrm>
        <a:graphic>
          <a:graphicData uri="http://schemas.openxmlformats.org/drawingml/2006/table">
            <a:tbl>
              <a:tblPr/>
              <a:tblGrid>
                <a:gridCol w="2341205">
                  <a:extLst>
                    <a:ext uri="{9D8B030D-6E8A-4147-A177-3AD203B41FA5}">
                      <a16:colId xmlns:a16="http://schemas.microsoft.com/office/drawing/2014/main" val="2771098027"/>
                    </a:ext>
                  </a:extLst>
                </a:gridCol>
                <a:gridCol w="1858963">
                  <a:extLst>
                    <a:ext uri="{9D8B030D-6E8A-4147-A177-3AD203B41FA5}">
                      <a16:colId xmlns:a16="http://schemas.microsoft.com/office/drawing/2014/main" val="3947171729"/>
                    </a:ext>
                  </a:extLst>
                </a:gridCol>
              </a:tblGrid>
              <a:tr h="273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Ear to the Ground</a:t>
                      </a:r>
                      <a:br>
                        <a:rPr lang="en-GB" sz="900"/>
                      </a:br>
                      <a:r>
                        <a:rPr lang="en-GB" sz="900"/>
                        <a:t>Chief Operating Officer</a:t>
                      </a:r>
                    </a:p>
                  </a:txBody>
                  <a:tcPr marL="70592" marR="70592" marT="35296" marB="352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2024 - 2026</a:t>
                      </a:r>
                    </a:p>
                  </a:txBody>
                  <a:tcPr marL="70592" marR="70592" marT="35296" marB="3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250590"/>
                  </a:ext>
                </a:extLst>
              </a:tr>
              <a:tr h="273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AeroCloud</a:t>
                      </a:r>
                      <a:br>
                        <a:rPr lang="en-GB" sz="900"/>
                      </a:br>
                      <a:r>
                        <a:rPr lang="en-GB" sz="900"/>
                        <a:t>Chief Operating Officer</a:t>
                      </a:r>
                    </a:p>
                  </a:txBody>
                  <a:tcPr marL="70592" marR="70592" marT="35296" marB="352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2022 -  2024</a:t>
                      </a:r>
                    </a:p>
                  </a:txBody>
                  <a:tcPr marL="70592" marR="70592" marT="35296" marB="3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775384"/>
                  </a:ext>
                </a:extLst>
              </a:tr>
              <a:tr h="387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Key Travel</a:t>
                      </a:r>
                      <a:br>
                        <a:rPr lang="en-GB" sz="900"/>
                      </a:br>
                      <a:r>
                        <a:rPr lang="en-GB" sz="900"/>
                        <a:t>Global Operations Director</a:t>
                      </a:r>
                      <a:br>
                        <a:rPr lang="en-GB" sz="900"/>
                      </a:br>
                      <a:r>
                        <a:rPr lang="en-GB" sz="900"/>
                        <a:t>Transformation Delivery Director</a:t>
                      </a:r>
                    </a:p>
                  </a:txBody>
                  <a:tcPr marL="70592" marR="70592" marT="35296" marB="352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2020 - 2022</a:t>
                      </a:r>
                      <a:br>
                        <a:rPr lang="en-GB" sz="900"/>
                      </a:br>
                      <a:r>
                        <a:rPr lang="en-GB" sz="900"/>
                        <a:t>2019 - 2020</a:t>
                      </a:r>
                    </a:p>
                  </a:txBody>
                  <a:tcPr marL="70592" marR="70592" marT="35296" marB="3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336390"/>
                  </a:ext>
                </a:extLst>
              </a:tr>
              <a:tr h="501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American Express Global Business Travel</a:t>
                      </a:r>
                      <a:br>
                        <a:rPr lang="en-GB" sz="900"/>
                      </a:br>
                      <a:r>
                        <a:rPr lang="en-GB" sz="900"/>
                        <a:t>Transformation Director</a:t>
                      </a:r>
                      <a:br>
                        <a:rPr lang="en-GB" sz="900"/>
                      </a:br>
                      <a:r>
                        <a:rPr lang="en-GB" sz="900"/>
                        <a:t>Director Interactive Deployment EMEA</a:t>
                      </a:r>
                    </a:p>
                  </a:txBody>
                  <a:tcPr marL="70592" marR="70592" marT="35296" marB="352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2018 - 2019</a:t>
                      </a:r>
                      <a:br>
                        <a:rPr lang="en-GB" sz="900"/>
                      </a:br>
                      <a:r>
                        <a:rPr lang="en-GB" sz="900"/>
                        <a:t>2015 - 2018</a:t>
                      </a:r>
                    </a:p>
                  </a:txBody>
                  <a:tcPr marL="70592" marR="70592" marT="35296" marB="3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100197"/>
                  </a:ext>
                </a:extLst>
              </a:tr>
              <a:tr h="387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RSA</a:t>
                      </a:r>
                      <a:br>
                        <a:rPr lang="en-GB" sz="900"/>
                      </a:br>
                      <a:r>
                        <a:rPr lang="en-GB" sz="900"/>
                        <a:t>Senior Business Process Consultant</a:t>
                      </a:r>
                      <a:br>
                        <a:rPr lang="en-GB" sz="900"/>
                      </a:br>
                      <a:r>
                        <a:rPr lang="en-GB" sz="900"/>
                        <a:t>Programme Manager</a:t>
                      </a:r>
                    </a:p>
                  </a:txBody>
                  <a:tcPr marL="70592" marR="70592" marT="35296" marB="352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2010 - 2015</a:t>
                      </a:r>
                      <a:br>
                        <a:rPr lang="en-GB" sz="900"/>
                      </a:br>
                      <a:r>
                        <a:rPr lang="en-GB" sz="900"/>
                        <a:t>2010 - 2010</a:t>
                      </a:r>
                    </a:p>
                  </a:txBody>
                  <a:tcPr marL="70592" marR="70592" marT="35296" marB="3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416"/>
                  </a:ext>
                </a:extLst>
              </a:tr>
              <a:tr h="273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Esporta</a:t>
                      </a:r>
                      <a:br>
                        <a:rPr lang="en-GB" sz="900"/>
                      </a:br>
                      <a:r>
                        <a:rPr lang="en-GB" sz="900"/>
                        <a:t>Programme Director</a:t>
                      </a:r>
                    </a:p>
                  </a:txBody>
                  <a:tcPr marL="70592" marR="70592" marT="35296" marB="352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2008 - 2010</a:t>
                      </a:r>
                    </a:p>
                  </a:txBody>
                  <a:tcPr marL="70592" marR="70592" marT="35296" marB="3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388996"/>
                  </a:ext>
                </a:extLst>
              </a:tr>
              <a:tr h="387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Sitel</a:t>
                      </a:r>
                      <a:br>
                        <a:rPr lang="en-GB" sz="900"/>
                      </a:br>
                      <a:r>
                        <a:rPr lang="en-GB" sz="900"/>
                        <a:t>Programme Manager</a:t>
                      </a:r>
                      <a:br>
                        <a:rPr lang="en-GB" sz="900"/>
                      </a:br>
                      <a:r>
                        <a:rPr lang="en-GB" sz="900"/>
                        <a:t>Project Manager</a:t>
                      </a:r>
                    </a:p>
                  </a:txBody>
                  <a:tcPr marL="70592" marR="70592" marT="35296" marB="352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2008 - 2008</a:t>
                      </a:r>
                      <a:br>
                        <a:rPr lang="en-GB" sz="900"/>
                      </a:br>
                      <a:r>
                        <a:rPr lang="en-GB" sz="900"/>
                        <a:t>2007 - 2008</a:t>
                      </a:r>
                    </a:p>
                  </a:txBody>
                  <a:tcPr marL="70592" marR="70592" marT="35296" marB="3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748830"/>
                  </a:ext>
                </a:extLst>
              </a:tr>
              <a:tr h="387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Norwich Union</a:t>
                      </a:r>
                      <a:endParaRPr lang="en-GB" sz="900" b="0"/>
                    </a:p>
                    <a:p>
                      <a:pPr>
                        <a:buNone/>
                      </a:pPr>
                      <a:r>
                        <a:rPr lang="en-GB" sz="900" b="0"/>
                        <a:t>Project Manager</a:t>
                      </a:r>
                    </a:p>
                    <a:p>
                      <a:pPr>
                        <a:buNone/>
                      </a:pPr>
                      <a:r>
                        <a:rPr lang="en-GB" sz="900" b="0"/>
                        <a:t>Senior Business Analyst</a:t>
                      </a:r>
                      <a:endParaRPr lang="en-GB" sz="900" b="1"/>
                    </a:p>
                  </a:txBody>
                  <a:tcPr marL="70592" marR="70592" marT="35296" marB="352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2005 - 2007</a:t>
                      </a:r>
                    </a:p>
                    <a:p>
                      <a:pPr algn="r">
                        <a:buNone/>
                      </a:pPr>
                      <a:r>
                        <a:rPr lang="en-GB" sz="900"/>
                        <a:t>2003 - 2005</a:t>
                      </a:r>
                    </a:p>
                  </a:txBody>
                  <a:tcPr marL="70592" marR="70592" marT="35296" marB="3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6862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913B52-DBE1-5D44-28D5-8EEED2E48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386531"/>
              </p:ext>
            </p:extLst>
          </p:nvPr>
        </p:nvGraphicFramePr>
        <p:xfrm>
          <a:off x="5224462" y="2594909"/>
          <a:ext cx="4200168" cy="2327952"/>
        </p:xfrm>
        <a:graphic>
          <a:graphicData uri="http://schemas.openxmlformats.org/drawingml/2006/table">
            <a:tbl>
              <a:tblPr/>
              <a:tblGrid>
                <a:gridCol w="2825029">
                  <a:extLst>
                    <a:ext uri="{9D8B030D-6E8A-4147-A177-3AD203B41FA5}">
                      <a16:colId xmlns:a16="http://schemas.microsoft.com/office/drawing/2014/main" val="3393537362"/>
                    </a:ext>
                  </a:extLst>
                </a:gridCol>
                <a:gridCol w="1375139">
                  <a:extLst>
                    <a:ext uri="{9D8B030D-6E8A-4147-A177-3AD203B41FA5}">
                      <a16:colId xmlns:a16="http://schemas.microsoft.com/office/drawing/2014/main" val="1143238159"/>
                    </a:ext>
                  </a:extLst>
                </a:gridCol>
              </a:tblGrid>
              <a:tr h="372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SEEN Connects</a:t>
                      </a:r>
                      <a:br>
                        <a:rPr lang="en-GB" sz="900"/>
                      </a:br>
                      <a:r>
                        <a:rPr lang="en-GB" sz="900"/>
                        <a:t>Managing Director</a:t>
                      </a:r>
                    </a:p>
                  </a:txBody>
                  <a:tcPr marL="89812" marR="89812" marT="44906" marB="44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2024 - present</a:t>
                      </a:r>
                    </a:p>
                  </a:txBody>
                  <a:tcPr marL="89812" marR="89812" marT="44906" marB="4490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64360"/>
                  </a:ext>
                </a:extLst>
              </a:tr>
              <a:tr h="836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The Goat Agency</a:t>
                      </a:r>
                      <a:br>
                        <a:rPr lang="en-GB" sz="900"/>
                      </a:br>
                      <a:r>
                        <a:rPr lang="en-GB" sz="900"/>
                        <a:t>Group Account Director</a:t>
                      </a:r>
                      <a:br>
                        <a:rPr lang="en-GB" sz="900"/>
                      </a:br>
                      <a:r>
                        <a:rPr lang="en-GB" sz="900"/>
                        <a:t>Account Director</a:t>
                      </a:r>
                      <a:br>
                        <a:rPr lang="en-GB" sz="900"/>
                      </a:br>
                      <a:r>
                        <a:rPr lang="en-GB" sz="900"/>
                        <a:t>Senior Account Manager</a:t>
                      </a:r>
                      <a:br>
                        <a:rPr lang="en-GB" sz="900"/>
                      </a:br>
                      <a:r>
                        <a:rPr lang="en-GB" sz="900"/>
                        <a:t>Account Manager</a:t>
                      </a:r>
                    </a:p>
                  </a:txBody>
                  <a:tcPr marL="89812" marR="89812" marT="44906" marB="44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2023 - 2024</a:t>
                      </a:r>
                      <a:br>
                        <a:rPr lang="en-GB" sz="900"/>
                      </a:br>
                      <a:r>
                        <a:rPr lang="en-GB" sz="900"/>
                        <a:t>2021 - 2023</a:t>
                      </a:r>
                      <a:br>
                        <a:rPr lang="en-GB" sz="900"/>
                      </a:br>
                      <a:r>
                        <a:rPr lang="en-GB" sz="900"/>
                        <a:t>2019 - 2021</a:t>
                      </a:r>
                      <a:br>
                        <a:rPr lang="en-GB" sz="900"/>
                      </a:br>
                      <a:r>
                        <a:rPr lang="en-GB" sz="900"/>
                        <a:t>2019 - 2019</a:t>
                      </a:r>
                    </a:p>
                  </a:txBody>
                  <a:tcPr marL="89812" marR="89812" marT="44906" marB="4490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716583"/>
                  </a:ext>
                </a:extLst>
              </a:tr>
              <a:tr h="372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Mindshare</a:t>
                      </a:r>
                      <a:br>
                        <a:rPr lang="en-GB" sz="900"/>
                      </a:br>
                      <a:r>
                        <a:rPr lang="en-GB" sz="900"/>
                        <a:t>Partnerships Account Manager</a:t>
                      </a:r>
                    </a:p>
                  </a:txBody>
                  <a:tcPr marL="89812" marR="89812" marT="44906" marB="44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2017 - 2019</a:t>
                      </a:r>
                    </a:p>
                  </a:txBody>
                  <a:tcPr marL="89812" marR="89812" marT="44906" marB="4490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32923"/>
                  </a:ext>
                </a:extLst>
              </a:tr>
              <a:tr h="372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Starcom</a:t>
                      </a:r>
                      <a:br>
                        <a:rPr lang="en-GB" sz="900"/>
                      </a:br>
                      <a:r>
                        <a:rPr lang="en-GB" sz="900"/>
                        <a:t>Global Planning &amp; Activation Executive</a:t>
                      </a:r>
                    </a:p>
                  </a:txBody>
                  <a:tcPr marL="89812" marR="89812" marT="44906" marB="44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2016 - 2017</a:t>
                      </a:r>
                    </a:p>
                  </a:txBody>
                  <a:tcPr marL="89812" marR="89812" marT="44906" marB="4490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40596"/>
                  </a:ext>
                </a:extLst>
              </a:tr>
              <a:tr h="372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Mindshare</a:t>
                      </a:r>
                      <a:br>
                        <a:rPr lang="en-GB" sz="900"/>
                      </a:br>
                      <a:r>
                        <a:rPr lang="en-GB" sz="900"/>
                        <a:t>Digital Account Executive</a:t>
                      </a:r>
                    </a:p>
                  </a:txBody>
                  <a:tcPr marL="89812" marR="89812" marT="44906" marB="449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2014 - 2015</a:t>
                      </a:r>
                    </a:p>
                  </a:txBody>
                  <a:tcPr marL="89812" marR="89812" marT="44906" marB="4490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68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66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624B0-F89E-09E3-3F7C-ADC77168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AD6B6E-70BB-36EB-F23F-967589115F09}"/>
              </a:ext>
            </a:extLst>
          </p:cNvPr>
          <p:cNvSpPr/>
          <p:nvPr/>
        </p:nvSpPr>
        <p:spPr>
          <a:xfrm>
            <a:off x="411480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D2C048-6423-87F4-8FA7-63492F44EC3A}"/>
              </a:ext>
            </a:extLst>
          </p:cNvPr>
          <p:cNvSpPr/>
          <p:nvPr/>
        </p:nvSpPr>
        <p:spPr>
          <a:xfrm>
            <a:off x="457200" y="2697480"/>
            <a:ext cx="8988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Select pipeline &amp; target candidates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EBE42D-9E58-DF3F-60CE-1735BA17DC93}"/>
              </a:ext>
            </a:extLst>
          </p:cNvPr>
          <p:cNvSpPr/>
          <p:nvPr/>
        </p:nvSpPr>
        <p:spPr>
          <a:xfrm>
            <a:off x="4585716" y="4434840"/>
            <a:ext cx="731520" cy="54864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C8AB591-5A43-CE04-FF1C-0A4C4123A826}"/>
              </a:ext>
            </a:extLst>
          </p:cNvPr>
          <p:cNvSpPr/>
          <p:nvPr/>
        </p:nvSpPr>
        <p:spPr>
          <a:xfrm>
            <a:off x="807415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PRAEVA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7110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A04E4-2619-2BC8-32E8-A7CF7A96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57EE364-95A7-04B3-9C8A-65D67D1A2A98}"/>
              </a:ext>
            </a:extLst>
          </p:cNvPr>
          <p:cNvSpPr/>
          <p:nvPr/>
        </p:nvSpPr>
        <p:spPr>
          <a:xfrm>
            <a:off x="306987" y="346509"/>
            <a:ext cx="6684407" cy="408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7426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Deacon Condensed Condensed Bold" pitchFamily="50" charset="0"/>
                <a:ea typeface="Serrif Condensed" pitchFamily="34" charset="-122"/>
                <a:cs typeface="Deacon Condensed Condensed Bold" pitchFamily="50" charset="0"/>
              </a:rPr>
              <a:t>Select pipeline candidates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acon Condensed Condensed Bold" pitchFamily="50" charset="0"/>
              <a:ea typeface="+mn-ea"/>
              <a:cs typeface="Deacon Condensed Condensed Bold" pitchFamily="50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6781FAF-510A-E61E-C016-92A8B990D30C}"/>
              </a:ext>
            </a:extLst>
          </p:cNvPr>
          <p:cNvSpPr/>
          <p:nvPr/>
        </p:nvSpPr>
        <p:spPr>
          <a:xfrm>
            <a:off x="8314782" y="7218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PRAEVA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760A38-7B54-5547-8004-34ED962010D2}"/>
              </a:ext>
            </a:extLst>
          </p:cNvPr>
          <p:cNvGraphicFramePr>
            <a:graphicFrameLocks noGrp="1"/>
          </p:cNvGraphicFramePr>
          <p:nvPr/>
        </p:nvGraphicFramePr>
        <p:xfrm>
          <a:off x="306987" y="959249"/>
          <a:ext cx="9201080" cy="4765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270">
                  <a:extLst>
                    <a:ext uri="{9D8B030D-6E8A-4147-A177-3AD203B41FA5}">
                      <a16:colId xmlns:a16="http://schemas.microsoft.com/office/drawing/2014/main" val="994124561"/>
                    </a:ext>
                  </a:extLst>
                </a:gridCol>
                <a:gridCol w="2300270">
                  <a:extLst>
                    <a:ext uri="{9D8B030D-6E8A-4147-A177-3AD203B41FA5}">
                      <a16:colId xmlns:a16="http://schemas.microsoft.com/office/drawing/2014/main" val="2739349357"/>
                    </a:ext>
                  </a:extLst>
                </a:gridCol>
                <a:gridCol w="2300270">
                  <a:extLst>
                    <a:ext uri="{9D8B030D-6E8A-4147-A177-3AD203B41FA5}">
                      <a16:colId xmlns:a16="http://schemas.microsoft.com/office/drawing/2014/main" val="2418749014"/>
                    </a:ext>
                  </a:extLst>
                </a:gridCol>
                <a:gridCol w="2300270">
                  <a:extLst>
                    <a:ext uri="{9D8B030D-6E8A-4147-A177-3AD203B41FA5}">
                      <a16:colId xmlns:a16="http://schemas.microsoft.com/office/drawing/2014/main" val="391975376"/>
                    </a:ext>
                  </a:extLst>
                </a:gridCol>
              </a:tblGrid>
              <a:tr h="407493"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Name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Role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Company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Status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88891"/>
                  </a:ext>
                </a:extLst>
              </a:tr>
              <a:tr h="570490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 Turner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Managing Director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Bicycle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i="1" u="none"/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780794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Geoff Griffiths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Chief Commercial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Brave Bison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P Neue Montreal"/>
                          <a:ea typeface="+mn-ea"/>
                          <a:cs typeface="+mn-cs"/>
                        </a:rPr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669713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Stuart Hogg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Chief Operating Officer, UK&amp;I &amp; Northern Europe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Dentsu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i="1" u="none"/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734985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Jade Raad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Managing Director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Jungle Creations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P Neue Montreal"/>
                          <a:ea typeface="+mn-ea"/>
                          <a:cs typeface="+mn-cs"/>
                        </a:rPr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288570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Vincent Rebeix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EMEA 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Omnicom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P Neue Montreal"/>
                          <a:ea typeface="+mn-ea"/>
                          <a:cs typeface="+mn-cs"/>
                        </a:rPr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056611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Sofia Alvarez Triaca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P Neue Montreal"/>
                          <a:ea typeface="+mn-ea"/>
                          <a:cs typeface="+mn-cs"/>
                        </a:rPr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973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Dan Montalbano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Global 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Publicis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P Neue Montreal"/>
                          <a:ea typeface="+mn-ea"/>
                          <a:cs typeface="+mn-cs"/>
                        </a:rPr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381446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Peter Grenfell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Chief Operating Officer, London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VCCP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P Neue Montreal"/>
                          <a:ea typeface="+mn-ea"/>
                          <a:cs typeface="+mn-cs"/>
                        </a:rPr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690380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Chris Adamson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Are Social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P Neue Montreal"/>
                          <a:ea typeface="+mn-ea"/>
                          <a:cs typeface="+mn-cs"/>
                        </a:rPr>
                        <a:t>In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178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82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8BFB9-ECA9-2956-846C-403EFA74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B3EDA8-6F96-47C7-7E05-37DD8E8A1FFE}"/>
              </a:ext>
            </a:extLst>
          </p:cNvPr>
          <p:cNvSpPr/>
          <p:nvPr/>
        </p:nvSpPr>
        <p:spPr>
          <a:xfrm>
            <a:off x="306987" y="346509"/>
            <a:ext cx="6684407" cy="408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7426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Deacon Condensed Condensed Bold" pitchFamily="50" charset="0"/>
                <a:ea typeface="Serrif Condensed" pitchFamily="34" charset="-122"/>
                <a:cs typeface="Deacon Condensed Condensed Bold" pitchFamily="50" charset="0"/>
              </a:rPr>
              <a:t>Select target candidates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acon Condensed Condensed Bold" pitchFamily="50" charset="0"/>
              <a:ea typeface="+mn-ea"/>
              <a:cs typeface="Deacon Condensed Condensed Bold" pitchFamily="50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84C733E-C4D5-8DF1-F14F-2B09E55F7E67}"/>
              </a:ext>
            </a:extLst>
          </p:cNvPr>
          <p:cNvSpPr/>
          <p:nvPr/>
        </p:nvSpPr>
        <p:spPr>
          <a:xfrm>
            <a:off x="8314782" y="7218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PRAEVA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BC5259-95D3-1DC6-40C1-3BF9D90F22A7}"/>
              </a:ext>
            </a:extLst>
          </p:cNvPr>
          <p:cNvGraphicFramePr>
            <a:graphicFrameLocks noGrp="1"/>
          </p:cNvGraphicFramePr>
          <p:nvPr/>
        </p:nvGraphicFramePr>
        <p:xfrm>
          <a:off x="306987" y="959249"/>
          <a:ext cx="9201080" cy="2884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270">
                  <a:extLst>
                    <a:ext uri="{9D8B030D-6E8A-4147-A177-3AD203B41FA5}">
                      <a16:colId xmlns:a16="http://schemas.microsoft.com/office/drawing/2014/main" val="994124561"/>
                    </a:ext>
                  </a:extLst>
                </a:gridCol>
                <a:gridCol w="2300270">
                  <a:extLst>
                    <a:ext uri="{9D8B030D-6E8A-4147-A177-3AD203B41FA5}">
                      <a16:colId xmlns:a16="http://schemas.microsoft.com/office/drawing/2014/main" val="2739349357"/>
                    </a:ext>
                  </a:extLst>
                </a:gridCol>
                <a:gridCol w="2300270">
                  <a:extLst>
                    <a:ext uri="{9D8B030D-6E8A-4147-A177-3AD203B41FA5}">
                      <a16:colId xmlns:a16="http://schemas.microsoft.com/office/drawing/2014/main" val="2418749014"/>
                    </a:ext>
                  </a:extLst>
                </a:gridCol>
                <a:gridCol w="2300270">
                  <a:extLst>
                    <a:ext uri="{9D8B030D-6E8A-4147-A177-3AD203B41FA5}">
                      <a16:colId xmlns:a16="http://schemas.microsoft.com/office/drawing/2014/main" val="391975376"/>
                    </a:ext>
                  </a:extLst>
                </a:gridCol>
              </a:tblGrid>
              <a:tr h="407493"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Name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Role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Company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Status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88891"/>
                  </a:ext>
                </a:extLst>
              </a:tr>
              <a:tr h="570490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Laura Crofton-Atkins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Brave Bison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u="none"/>
                        <a:t>Actively approaching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669713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Julie Chadwick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Managing Director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Dentsu Influence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i="1" u="none"/>
                        <a:t>Actively approaching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734985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Victoria Willis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Operations and Delivery Director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Social 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i="1" u="none"/>
                        <a:t>Actively approaching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381446"/>
                  </a:ext>
                </a:extLst>
              </a:tr>
              <a:tr h="473456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Tim Butler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Operations Director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1" u="none"/>
                        <a:t>Actively approaching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690380"/>
                  </a:ext>
                </a:extLst>
              </a:tr>
              <a:tr h="486267"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Nicola Marsh</a:t>
                      </a:r>
                      <a:endParaRPr lang="en-GB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Senior Vice President, Client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WPP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i="1" u="none"/>
                        <a:t>Actively approaching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780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184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EF051-B25C-94E1-ACBF-4E4CDB666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3F30FF-B417-5349-7FA1-D42095068393}"/>
              </a:ext>
            </a:extLst>
          </p:cNvPr>
          <p:cNvSpPr/>
          <p:nvPr/>
        </p:nvSpPr>
        <p:spPr>
          <a:xfrm>
            <a:off x="411480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1123E4-D3C5-C5D1-340A-64ECB276E28A}"/>
              </a:ext>
            </a:extLst>
          </p:cNvPr>
          <p:cNvSpPr/>
          <p:nvPr/>
        </p:nvSpPr>
        <p:spPr>
          <a:xfrm>
            <a:off x="457200" y="2697480"/>
            <a:ext cx="8988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kern="0" spc="-50">
                <a:solidFill>
                  <a:srgbClr val="000000"/>
                </a:solidFill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Select discounted candidates</a:t>
            </a:r>
            <a:endParaRPr kumimoji="0" lang="en-US" sz="66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acon Condensed Condensed Bold" pitchFamily="34" charset="0"/>
              <a:ea typeface="Deacon Condensed Condensed Bold" pitchFamily="34" charset="-122"/>
              <a:cs typeface="Deacon Condensed Condensed Bold" pitchFamily="34" charset="-12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104E3E-49A4-DDDC-2189-27FC6BAE5F33}"/>
              </a:ext>
            </a:extLst>
          </p:cNvPr>
          <p:cNvSpPr/>
          <p:nvPr/>
        </p:nvSpPr>
        <p:spPr>
          <a:xfrm>
            <a:off x="4585716" y="4434840"/>
            <a:ext cx="731520" cy="54864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6C258D-C739-ACE1-84F3-BF4F739D33B2}"/>
              </a:ext>
            </a:extLst>
          </p:cNvPr>
          <p:cNvSpPr/>
          <p:nvPr/>
        </p:nvSpPr>
        <p:spPr>
          <a:xfrm>
            <a:off x="807415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PRAEVA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225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995FB-FD35-3989-5258-6BCD08DA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D853B4-8200-975C-30F9-A2315D768F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5261" y="839622"/>
            <a:ext cx="1994420" cy="21590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Luke Bristow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50966-5F65-D520-29AF-2B017C4868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088" y="1701358"/>
            <a:ext cx="3055712" cy="295291"/>
          </a:xfrm>
        </p:spPr>
        <p:txBody>
          <a:bodyPr/>
          <a:lstStyle/>
          <a:p>
            <a:r>
              <a:rPr lang="en-GB"/>
              <a:t>£175,000 base, up to 50% bonus, share options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FCD48-9EF2-4F77-4B87-E9BC287E7E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London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EE7A2-8AEA-4B94-0AA9-9654F58D60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TBC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70E2BF-4690-C866-77B7-FA7FB1537C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Select discounted candidates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888561E-13E8-15DB-A60D-C62715C14E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4483" y="6261210"/>
            <a:ext cx="3700953" cy="215900"/>
          </a:xfrm>
        </p:spPr>
        <p:txBody>
          <a:bodyPr/>
          <a:lstStyle/>
          <a:p>
            <a:pPr marL="185682" marR="0" lvl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+mn-lt"/>
                <a:ea typeface="PP Neue Montreal" pitchFamily="34" charset="-122"/>
                <a:cs typeface="Arial" panose="020B0604020202020204" pitchFamily="34" charset="0"/>
              </a:rPr>
              <a:t>University of Exeter			</a:t>
            </a:r>
            <a:endParaRPr lang="en-US" sz="800" b="0">
              <a:solidFill>
                <a:srgbClr val="000000"/>
              </a:solidFill>
              <a:latin typeface="+mn-lt"/>
            </a:endParaRPr>
          </a:p>
          <a:p>
            <a:pPr marL="0" marR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800" b="0">
                <a:solidFill>
                  <a:srgbClr val="000000"/>
                </a:solidFill>
                <a:latin typeface="+mn-lt"/>
              </a:rPr>
              <a:t>BSc Hons, Psychology		</a:t>
            </a:r>
          </a:p>
          <a:p>
            <a:endParaRPr lang="en-GB">
              <a:latin typeface="+mn-lt"/>
            </a:endParaRPr>
          </a:p>
        </p:txBody>
      </p:sp>
      <p:graphicFrame>
        <p:nvGraphicFramePr>
          <p:cNvPr id="18" name="TableCareer">
            <a:extLst>
              <a:ext uri="{FF2B5EF4-FFF2-40B4-BE49-F238E27FC236}">
                <a16:creationId xmlns:a16="http://schemas.microsoft.com/office/drawing/2014/main" id="{3FE0C5B2-9A4E-5B26-94E8-BCC54A395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529384"/>
              </p:ext>
            </p:extLst>
          </p:nvPr>
        </p:nvGraphicFramePr>
        <p:xfrm>
          <a:off x="514959" y="2668753"/>
          <a:ext cx="4100000" cy="22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en-GB" sz="9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Dexerto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President, EMEA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2026 - present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MNC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Chief Executive Officer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2024 - 2026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NewGen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Co-Owner and Chief Operating Officer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2019  - 2024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3"/>
                  </a:ext>
                </a:extLst>
              </a:tr>
              <a:tr h="335527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Honey Partnership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Founding Member &amp; Partner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2017 - 2019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Ogilvy UK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Account Director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2013 - 2017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r>
                        <a:rPr lang="en-GB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Eight Partnership</a:t>
                      </a:r>
                      <a:b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Account Manager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>
                          <a:solidFill>
                            <a:schemeClr val="tx1"/>
                          </a:solidFill>
                        </a:rPr>
                        <a:t>2012 - 2013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6"/>
                  </a:ext>
                </a:extLst>
              </a:tr>
            </a:tbl>
          </a:graphicData>
        </a:graphic>
      </p:graphicFrame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6DE3A75-E2B5-7475-5416-9A817AC63DAA}"/>
              </a:ext>
            </a:extLst>
          </p:cNvPr>
          <p:cNvSpPr txBox="1">
            <a:spLocks/>
          </p:cNvSpPr>
          <p:nvPr/>
        </p:nvSpPr>
        <p:spPr>
          <a:xfrm>
            <a:off x="6451936" y="856157"/>
            <a:ext cx="1829029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ctr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1462" b="1" kern="1200" dirty="0">
                <a:solidFill>
                  <a:srgbClr val="282828"/>
                </a:solidFill>
                <a:latin typeface="Serrif Condensed" pitchFamily="34" charset="0"/>
                <a:ea typeface="Serrif Condensed" pitchFamily="34" charset="-122"/>
                <a:cs typeface="Serrif Condensed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u="sng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Lloyd Morris-Fletcher</a:t>
            </a:r>
            <a:endParaRPr lang="en-GB" u="sng">
              <a:solidFill>
                <a:schemeClr val="tx1"/>
              </a:solidFill>
            </a:endParaRP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A22C783-8809-C673-24DA-716BE0B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337878"/>
              </p:ext>
            </p:extLst>
          </p:nvPr>
        </p:nvGraphicFramePr>
        <p:xfrm>
          <a:off x="5224462" y="2601196"/>
          <a:ext cx="4206214" cy="2514600"/>
        </p:xfrm>
        <a:graphic>
          <a:graphicData uri="http://schemas.openxmlformats.org/drawingml/2006/table">
            <a:tbl>
              <a:tblPr/>
              <a:tblGrid>
                <a:gridCol w="2103107">
                  <a:extLst>
                    <a:ext uri="{9D8B030D-6E8A-4147-A177-3AD203B41FA5}">
                      <a16:colId xmlns:a16="http://schemas.microsoft.com/office/drawing/2014/main" val="8561730"/>
                    </a:ext>
                  </a:extLst>
                </a:gridCol>
                <a:gridCol w="2103107">
                  <a:extLst>
                    <a:ext uri="{9D8B030D-6E8A-4147-A177-3AD203B41FA5}">
                      <a16:colId xmlns:a16="http://schemas.microsoft.com/office/drawing/2014/main" val="1383339666"/>
                    </a:ext>
                  </a:extLst>
                </a:gridCol>
              </a:tblGrid>
              <a:tr h="611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Embryo</a:t>
                      </a:r>
                      <a:br>
                        <a:rPr lang="en-GB" sz="900"/>
                      </a:br>
                      <a:r>
                        <a:rPr lang="en-GB" sz="900"/>
                        <a:t>Managing Director</a:t>
                      </a:r>
                      <a:br>
                        <a:rPr lang="en-GB" sz="900"/>
                      </a:br>
                      <a:r>
                        <a:rPr lang="en-GB" sz="900"/>
                        <a:t>Chief Revenue Officer (CRO)</a:t>
                      </a:r>
                      <a:br>
                        <a:rPr lang="en-GB" sz="900"/>
                      </a:br>
                      <a:r>
                        <a:rPr lang="en-GB" sz="900"/>
                        <a:t>Strategy Director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2026 - present</a:t>
                      </a:r>
                      <a:br>
                        <a:rPr lang="en-GB" sz="900"/>
                      </a:br>
                      <a:r>
                        <a:rPr lang="en-GB" sz="900"/>
                        <a:t>2025 - 2026</a:t>
                      </a:r>
                      <a:br>
                        <a:rPr lang="en-GB" sz="900"/>
                      </a:br>
                      <a:r>
                        <a:rPr lang="en-GB" sz="900"/>
                        <a:t>2021 - 2025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495576"/>
                  </a:ext>
                </a:extLst>
              </a:tr>
              <a:tr h="611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Radius Payment Solutions Limited</a:t>
                      </a:r>
                      <a:br>
                        <a:rPr lang="en-GB" sz="900"/>
                      </a:br>
                      <a:r>
                        <a:rPr lang="en-GB" sz="900"/>
                        <a:t>Head of Digital</a:t>
                      </a:r>
                      <a:br>
                        <a:rPr lang="en-GB" sz="900"/>
                      </a:br>
                      <a:r>
                        <a:rPr lang="en-GB" sz="900"/>
                        <a:t>Head of Inbound</a:t>
                      </a:r>
                      <a:br>
                        <a:rPr lang="en-GB" sz="900"/>
                      </a:br>
                      <a:r>
                        <a:rPr lang="en-GB" sz="900"/>
                        <a:t>Head of Campaigns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2019 - 2021</a:t>
                      </a:r>
                      <a:br>
                        <a:rPr lang="en-GB" sz="900"/>
                      </a:br>
                      <a:r>
                        <a:rPr lang="en-GB" sz="900"/>
                        <a:t>2016 - 2019</a:t>
                      </a:r>
                      <a:br>
                        <a:rPr lang="en-GB" sz="900"/>
                      </a:br>
                      <a:r>
                        <a:rPr lang="en-GB" sz="900"/>
                        <a:t>2016 - 2016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003909"/>
                  </a:ext>
                </a:extLst>
              </a:tr>
              <a:tr h="480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err="1"/>
                        <a:t>RedEye</a:t>
                      </a:r>
                      <a:br>
                        <a:rPr lang="en-GB" sz="900"/>
                      </a:br>
                      <a:r>
                        <a:rPr lang="en-GB" sz="900"/>
                        <a:t>Multichannel Strategy Specialist</a:t>
                      </a:r>
                      <a:br>
                        <a:rPr lang="en-GB" sz="900"/>
                      </a:br>
                      <a:r>
                        <a:rPr lang="en-GB" sz="900"/>
                        <a:t>Account Manager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GB" sz="900"/>
                      </a:br>
                      <a:r>
                        <a:rPr lang="en-GB" sz="900"/>
                        <a:t>2015 - 2016</a:t>
                      </a:r>
                      <a:br>
                        <a:rPr lang="en-GB" sz="900"/>
                      </a:br>
                      <a:r>
                        <a:rPr lang="en-GB" sz="900"/>
                        <a:t>2013 - 2015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943837"/>
                  </a:ext>
                </a:extLst>
              </a:tr>
              <a:tr h="34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Autonet Insurance</a:t>
                      </a:r>
                      <a:br>
                        <a:rPr lang="en-GB" sz="900"/>
                      </a:br>
                      <a:r>
                        <a:rPr lang="en-GB" sz="900"/>
                        <a:t>Marketing and Promotion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2012 - 2013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990539"/>
                  </a:ext>
                </a:extLst>
              </a:tr>
              <a:tr h="34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/>
                        <a:t>Stoke-on-Trent City Council</a:t>
                      </a:r>
                      <a:br>
                        <a:rPr lang="en-GB" sz="900"/>
                      </a:br>
                      <a:r>
                        <a:rPr lang="en-GB" sz="900"/>
                        <a:t>Marketing and Promotion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GB" sz="900"/>
                    </a:p>
                    <a:p>
                      <a:pPr algn="r">
                        <a:buNone/>
                      </a:pPr>
                      <a:r>
                        <a:rPr lang="en-GB" sz="900"/>
                        <a:t>2010 - 2011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9559"/>
                  </a:ext>
                </a:extLst>
              </a:tr>
            </a:tbl>
          </a:graphicData>
        </a:graphic>
      </p:graphicFrame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E1BBBD54-6387-30C3-C66B-0E8852B279D4}"/>
              </a:ext>
            </a:extLst>
          </p:cNvPr>
          <p:cNvSpPr txBox="1">
            <a:spLocks/>
          </p:cNvSpPr>
          <p:nvPr/>
        </p:nvSpPr>
        <p:spPr>
          <a:xfrm>
            <a:off x="5328303" y="1726732"/>
            <a:ext cx="234851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TBC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E8698B49-3F30-E428-D8FA-88B383332B87}"/>
              </a:ext>
            </a:extLst>
          </p:cNvPr>
          <p:cNvSpPr txBox="1">
            <a:spLocks/>
          </p:cNvSpPr>
          <p:nvPr/>
        </p:nvSpPr>
        <p:spPr>
          <a:xfrm>
            <a:off x="5328303" y="1402318"/>
            <a:ext cx="1539391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Manchester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58DFD41E-3565-08B3-4343-728F17BBEC37}"/>
              </a:ext>
            </a:extLst>
          </p:cNvPr>
          <p:cNvSpPr txBox="1">
            <a:spLocks/>
          </p:cNvSpPr>
          <p:nvPr/>
        </p:nvSpPr>
        <p:spPr>
          <a:xfrm>
            <a:off x="5328303" y="2069991"/>
            <a:ext cx="2348513" cy="2611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marR="0" indent="-185682" algn="l" defTabSz="742727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TBC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DC46C62F-2E23-6CB1-88C2-68AF93A7F8BC}"/>
              </a:ext>
            </a:extLst>
          </p:cNvPr>
          <p:cNvSpPr txBox="1">
            <a:spLocks/>
          </p:cNvSpPr>
          <p:nvPr/>
        </p:nvSpPr>
        <p:spPr>
          <a:xfrm>
            <a:off x="5477092" y="6259659"/>
            <a:ext cx="3700953" cy="215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5682" indent="-185682" algn="l" defTabSz="742727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1pPr>
            <a:lvl2pPr marL="557046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2pPr>
            <a:lvl3pPr marL="928409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3pPr>
            <a:lvl4pPr marL="1299773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US" sz="934" b="1" kern="1200" dirty="0" smtClean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4pPr>
            <a:lvl5pPr marL="167113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lang="en-GB" sz="934" b="1" kern="1200" dirty="0">
                <a:solidFill>
                  <a:srgbClr val="282828"/>
                </a:solidFill>
                <a:latin typeface="PP Neue Montreal" pitchFamily="34" charset="0"/>
                <a:ea typeface="PP Neue Montreal" pitchFamily="34" charset="-122"/>
                <a:cs typeface="PP Neue Montreal" pitchFamily="34" charset="-120"/>
              </a:defRPr>
            </a:lvl5pPr>
            <a:lvl6pPr marL="2042500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3864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5227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6591" indent="-185682" algn="l" defTabSz="742727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800">
                <a:latin typeface="+mn-lt"/>
                <a:cs typeface="Arial" panose="020B0604020202020204" pitchFamily="34" charset="0"/>
              </a:rPr>
              <a:t>Kaplan Law School			</a:t>
            </a:r>
            <a:r>
              <a:rPr lang="en-US" sz="800" b="0">
                <a:solidFill>
                  <a:srgbClr val="000000"/>
                </a:solidFill>
                <a:latin typeface="+mn-lt"/>
              </a:rPr>
              <a:t>2013 – 2014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0">
                <a:solidFill>
                  <a:srgbClr val="000000"/>
                </a:solidFill>
                <a:latin typeface="+mn-lt"/>
              </a:rPr>
              <a:t>Graduate Diploma in Law	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	</a:t>
            </a:r>
          </a:p>
          <a:p>
            <a:endParaRPr lang="en-US">
              <a:latin typeface="+mn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2AA499-665F-1A94-852D-365A16771617}"/>
              </a:ext>
            </a:extLst>
          </p:cNvPr>
          <p:cNvSpPr/>
          <p:nvPr/>
        </p:nvSpPr>
        <p:spPr>
          <a:xfrm>
            <a:off x="5224462" y="5884333"/>
            <a:ext cx="4206214" cy="82973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979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0FCBE-81F0-28BA-5EE2-78244171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4">
            <a:extLst>
              <a:ext uri="{FF2B5EF4-FFF2-40B4-BE49-F238E27FC236}">
                <a16:creationId xmlns:a16="http://schemas.microsoft.com/office/drawing/2014/main" id="{A8EB15BE-A28B-9FD9-DDDC-21AAB1EEB98D}"/>
              </a:ext>
            </a:extLst>
          </p:cNvPr>
          <p:cNvSpPr/>
          <p:nvPr/>
        </p:nvSpPr>
        <p:spPr>
          <a:xfrm>
            <a:off x="8314782" y="7218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acon Condensed Condensed Bold" pitchFamily="34" charset="0"/>
                <a:ea typeface="Deacon Condensed Condensed Bold" pitchFamily="34" charset="-122"/>
                <a:cs typeface="Deacon Condensed Condensed Bold" pitchFamily="34" charset="-120"/>
              </a:rPr>
              <a:t>PRAEVA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P Neue Montreal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6970DA-2D90-E48B-C9D6-9521892695D5}"/>
              </a:ext>
            </a:extLst>
          </p:cNvPr>
          <p:cNvGraphicFramePr>
            <a:graphicFrameLocks noGrp="1"/>
          </p:cNvGraphicFramePr>
          <p:nvPr/>
        </p:nvGraphicFramePr>
        <p:xfrm>
          <a:off x="306987" y="838199"/>
          <a:ext cx="9157856" cy="548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464">
                  <a:extLst>
                    <a:ext uri="{9D8B030D-6E8A-4147-A177-3AD203B41FA5}">
                      <a16:colId xmlns:a16="http://schemas.microsoft.com/office/drawing/2014/main" val="994124561"/>
                    </a:ext>
                  </a:extLst>
                </a:gridCol>
                <a:gridCol w="2289464">
                  <a:extLst>
                    <a:ext uri="{9D8B030D-6E8A-4147-A177-3AD203B41FA5}">
                      <a16:colId xmlns:a16="http://schemas.microsoft.com/office/drawing/2014/main" val="2739349357"/>
                    </a:ext>
                  </a:extLst>
                </a:gridCol>
                <a:gridCol w="2289464">
                  <a:extLst>
                    <a:ext uri="{9D8B030D-6E8A-4147-A177-3AD203B41FA5}">
                      <a16:colId xmlns:a16="http://schemas.microsoft.com/office/drawing/2014/main" val="2418749014"/>
                    </a:ext>
                  </a:extLst>
                </a:gridCol>
                <a:gridCol w="2289464">
                  <a:extLst>
                    <a:ext uri="{9D8B030D-6E8A-4147-A177-3AD203B41FA5}">
                      <a16:colId xmlns:a16="http://schemas.microsoft.com/office/drawing/2014/main" val="391975376"/>
                    </a:ext>
                  </a:extLst>
                </a:gridCol>
              </a:tblGrid>
              <a:tr h="317006"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Name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Role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Company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>
                          <a:solidFill>
                            <a:schemeClr val="tx1"/>
                          </a:solidFill>
                        </a:rPr>
                        <a:t>Status </a:t>
                      </a:r>
                      <a:endParaRPr lang="en-GB" sz="1400" u="none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88891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Lee Avery-Jones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Amplify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i="1"/>
                        <a:t>Not open to a 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796709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Rhoda Sell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/>
                        <a:t>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Automated Creative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/>
                        <a:t>Waiting for exit</a:t>
                      </a:r>
                      <a:endParaRPr lang="en-GB" sz="1100" i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36970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Lucy Barnes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Deputy Managing Director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Havas Market UK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i="1"/>
                        <a:t>Not open to a 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5814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Simon Bevan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Havas Media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i="1"/>
                        <a:t>Not open to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786131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Edward Mills</a:t>
                      </a:r>
                      <a:endParaRPr lang="en-GB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Prev. Managing Director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Hue &amp; Cry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i="1" u="none"/>
                        <a:t>Lacking experience at 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348913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Daniel Paget</a:t>
                      </a:r>
                      <a:endParaRPr lang="en-GB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IDHL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i="1" u="none"/>
                        <a:t>Not open to a 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135843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Stewart Rawle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Chief Commercial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Kyra </a:t>
                      </a:r>
                      <a:endParaRPr lang="en-GB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/>
                        <a:t>Waiting for exit</a:t>
                      </a:r>
                      <a:endParaRPr lang="en-GB" sz="1100" i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5363566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Sam Coleman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Managing Director EMEA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NewGen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i="1"/>
                        <a:t>Not open to a 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545480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Matt Wright</a:t>
                      </a:r>
                      <a:endParaRPr lang="en-GB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Operations &amp; Media Director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 Partners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i="1" u="none"/>
                        <a:t>Not open to a 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887566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Kate Browne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Chief Operating Officer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PHD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i="1"/>
                        <a:t>Not open to a 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33031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Iain </a:t>
                      </a:r>
                      <a:r>
                        <a:rPr lang="en-GB" sz="11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Bignold</a:t>
                      </a:r>
                      <a:endParaRPr lang="en-GB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Partner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742727" rtl="0" eaLnBrk="1" latinLnBrk="0" hangingPunct="1"/>
                      <a:r>
                        <a:rPr lang="en-GB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&amp; Partnership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i="1" u="none"/>
                        <a:t>Not open to a 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624605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Dean Gallagher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Managing Director, Manchester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Weber Shandwick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i="1"/>
                        <a:t>Not open to a 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784835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ctr" defTabSz="7427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>
                          <a:solidFill>
                            <a:schemeClr val="tx1"/>
                          </a:solidFill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Sofia </a:t>
                      </a:r>
                      <a:r>
                        <a:rPr lang="en-GB" sz="1100" err="1">
                          <a:solidFill>
                            <a:schemeClr val="tx1"/>
                          </a:solidFill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Pietrella</a:t>
                      </a:r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Transformation Lead, EMEA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/>
                        <a:t>WPP Creative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i="1"/>
                        <a:t>Prefers a larger organisation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923830"/>
                  </a:ext>
                </a:extLst>
              </a:tr>
            </a:tbl>
          </a:graphicData>
        </a:graphic>
      </p:graphicFrame>
      <p:sp>
        <p:nvSpPr>
          <p:cNvPr id="5" name="Text 1">
            <a:extLst>
              <a:ext uri="{FF2B5EF4-FFF2-40B4-BE49-F238E27FC236}">
                <a16:creationId xmlns:a16="http://schemas.microsoft.com/office/drawing/2014/main" id="{21060C2C-00C5-2064-7B6F-278AD4167F5A}"/>
              </a:ext>
            </a:extLst>
          </p:cNvPr>
          <p:cNvSpPr/>
          <p:nvPr/>
        </p:nvSpPr>
        <p:spPr>
          <a:xfrm>
            <a:off x="306987" y="238580"/>
            <a:ext cx="6684407" cy="408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7426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Deacon Condensed Condensed Bold" pitchFamily="50" charset="0"/>
                <a:ea typeface="Serrif Condensed" pitchFamily="34" charset="-122"/>
                <a:cs typeface="Deacon Condensed Condensed Bold" pitchFamily="50" charset="0"/>
              </a:rPr>
              <a:t>Select discounted candidates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acon Condensed Condensed Bold" pitchFamily="50" charset="0"/>
              <a:ea typeface="+mn-ea"/>
              <a:cs typeface="Deacon Condensed Condensed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15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9782-B147-38E9-8B0C-F3597B559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396259"/>
            <a:ext cx="9902825" cy="2462035"/>
          </a:xfrm>
        </p:spPr>
        <p:txBody>
          <a:bodyPr/>
          <a:lstStyle/>
          <a:p>
            <a:r>
              <a:rPr lang="en-US"/>
              <a:t>PRAEVA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195444"/>
      </p:ext>
    </p:extLst>
  </p:cSld>
  <p:clrMapOvr>
    <a:masterClrMapping/>
  </p:clrMapOvr>
</p:sld>
</file>

<file path=ppt/theme/theme1.xml><?xml version="1.0" encoding="utf-8"?>
<a:theme xmlns:a="http://schemas.openxmlformats.org/drawingml/2006/main" name="Praeva Theme">
  <a:themeElements>
    <a:clrScheme name="Praeva">
      <a:dk1>
        <a:srgbClr val="000000"/>
      </a:dk1>
      <a:lt1>
        <a:srgbClr val="E0DFD5"/>
      </a:lt1>
      <a:dk2>
        <a:srgbClr val="FBF9EF"/>
      </a:dk2>
      <a:lt2>
        <a:srgbClr val="01519B"/>
      </a:lt2>
      <a:accent1>
        <a:srgbClr val="FF60B5"/>
      </a:accent1>
      <a:accent2>
        <a:srgbClr val="B6CAAA"/>
      </a:accent2>
      <a:accent3>
        <a:srgbClr val="9F98A8"/>
      </a:accent3>
      <a:accent4>
        <a:srgbClr val="DDC39E"/>
      </a:accent4>
      <a:accent5>
        <a:srgbClr val="238545"/>
      </a:accent5>
      <a:accent6>
        <a:srgbClr val="CF2C2C"/>
      </a:accent6>
      <a:hlink>
        <a:srgbClr val="01519B"/>
      </a:hlink>
      <a:folHlink>
        <a:srgbClr val="96607D"/>
      </a:folHlink>
    </a:clrScheme>
    <a:fontScheme name="Raleway">
      <a:majorFont>
        <a:latin typeface="Serrif Condensed"/>
        <a:ea typeface=""/>
        <a:cs typeface=""/>
      </a:majorFont>
      <a:minorFont>
        <a:latin typeface="PP Neue Montre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eva Theme" id="{AD37006D-9917-4F08-B31E-23830CC9F31C}" vid="{135E0B82-FFCB-4C89-A665-5612836281F9}"/>
    </a:ext>
  </a:extLst>
</a:theme>
</file>

<file path=ppt/theme/theme2.xml><?xml version="1.0" encoding="utf-8"?>
<a:theme xmlns:a="http://schemas.openxmlformats.org/drawingml/2006/main" name="1_Praeva Theme">
  <a:themeElements>
    <a:clrScheme name="Praeva">
      <a:dk1>
        <a:srgbClr val="000000"/>
      </a:dk1>
      <a:lt1>
        <a:srgbClr val="E0DFD5"/>
      </a:lt1>
      <a:dk2>
        <a:srgbClr val="FBF9EF"/>
      </a:dk2>
      <a:lt2>
        <a:srgbClr val="01519B"/>
      </a:lt2>
      <a:accent1>
        <a:srgbClr val="FF60B5"/>
      </a:accent1>
      <a:accent2>
        <a:srgbClr val="B6CAAA"/>
      </a:accent2>
      <a:accent3>
        <a:srgbClr val="9F98A8"/>
      </a:accent3>
      <a:accent4>
        <a:srgbClr val="DDC39E"/>
      </a:accent4>
      <a:accent5>
        <a:srgbClr val="238545"/>
      </a:accent5>
      <a:accent6>
        <a:srgbClr val="CF2C2C"/>
      </a:accent6>
      <a:hlink>
        <a:srgbClr val="01519B"/>
      </a:hlink>
      <a:folHlink>
        <a:srgbClr val="96607D"/>
      </a:folHlink>
    </a:clrScheme>
    <a:fontScheme name="Raleway">
      <a:majorFont>
        <a:latin typeface="Serrif Condensed"/>
        <a:ea typeface=""/>
        <a:cs typeface=""/>
      </a:majorFont>
      <a:minorFont>
        <a:latin typeface="PP Neue Montre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eva Theme" id="{AD37006D-9917-4F08-B31E-23830CC9F31C}" vid="{135E0B82-FFCB-4C89-A665-5612836281F9}"/>
    </a:ext>
  </a:extLst>
</a:theme>
</file>

<file path=ppt/theme/theme3.xml><?xml version="1.0" encoding="utf-8"?>
<a:theme xmlns:a="http://schemas.openxmlformats.org/drawingml/2006/main" name="Praeva Template">
  <a:themeElements>
    <a:clrScheme name="Praeva">
      <a:dk1>
        <a:srgbClr val="000000"/>
      </a:dk1>
      <a:lt1>
        <a:srgbClr val="E0DFD5"/>
      </a:lt1>
      <a:dk2>
        <a:srgbClr val="FBF9EF"/>
      </a:dk2>
      <a:lt2>
        <a:srgbClr val="01519B"/>
      </a:lt2>
      <a:accent1>
        <a:srgbClr val="FF60B5"/>
      </a:accent1>
      <a:accent2>
        <a:srgbClr val="B6CAAA"/>
      </a:accent2>
      <a:accent3>
        <a:srgbClr val="9F98A8"/>
      </a:accent3>
      <a:accent4>
        <a:srgbClr val="DDC39E"/>
      </a:accent4>
      <a:accent5>
        <a:srgbClr val="238545"/>
      </a:accent5>
      <a:accent6>
        <a:srgbClr val="CF2C2C"/>
      </a:accent6>
      <a:hlink>
        <a:srgbClr val="01519B"/>
      </a:hlink>
      <a:folHlink>
        <a:srgbClr val="96607D"/>
      </a:folHlink>
    </a:clrScheme>
    <a:fontScheme name="Raleway">
      <a:majorFont>
        <a:latin typeface="Serrif Condensed"/>
        <a:ea typeface=""/>
        <a:cs typeface=""/>
      </a:majorFont>
      <a:minorFont>
        <a:latin typeface="PP Neue Montre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eva Template" id="{EB68154B-C541-E54D-AD2E-CB32989DB851}" vid="{05420C2F-DE25-7741-B676-EB1D857FC14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8B7D95921B4B4AB835A96700C4101D" ma:contentTypeVersion="3" ma:contentTypeDescription="Create a new document." ma:contentTypeScope="" ma:versionID="9938b9a1283df04fe307b0df4b69c5ec">
  <xsd:schema xmlns:xsd="http://www.w3.org/2001/XMLSchema" xmlns:xs="http://www.w3.org/2001/XMLSchema" xmlns:p="http://schemas.microsoft.com/office/2006/metadata/properties" xmlns:ns2="62e8d23f-a26b-4234-b195-d80be1e99058" targetNamespace="http://schemas.microsoft.com/office/2006/metadata/properties" ma:root="true" ma:fieldsID="c29cc336c9e96dcd74ee366c7b0b9700" ns2:_="">
    <xsd:import namespace="62e8d23f-a26b-4234-b195-d80be1e990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8d23f-a26b-4234-b195-d80be1e990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74DDEA-98D5-42E9-ABF2-B809ABAD8499}">
  <ds:schemaRefs>
    <ds:schemaRef ds:uri="http://purl.org/dc/elements/1.1/"/>
    <ds:schemaRef ds:uri="62e8d23f-a26b-4234-b195-d80be1e99058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28C793F-321E-44E7-A6AF-08B51F9B43ED}">
  <ds:schemaRefs>
    <ds:schemaRef ds:uri="62e8d23f-a26b-4234-b195-d80be1e990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7863CA-CEC2-4734-9CA3-0733E4D1CC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Praeva Theme</Template>
  <TotalTime>4</TotalTime>
  <Words>1607</Words>
  <Application>Microsoft Macintosh PowerPoint</Application>
  <PresentationFormat>Custom</PresentationFormat>
  <Paragraphs>401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Deacon Condensed Condensed Bold</vt:lpstr>
      <vt:lpstr>PP Neue Montreal</vt:lpstr>
      <vt:lpstr>Serrif Condensed</vt:lpstr>
      <vt:lpstr>Praeva Theme</vt:lpstr>
      <vt:lpstr>1_Praeva Theme</vt:lpstr>
      <vt:lpstr>Praeva Template</vt:lpstr>
      <vt:lpstr>PowerPoint Presentation</vt:lpstr>
      <vt:lpstr>PowerPoint Presentation</vt:lpstr>
      <vt:lpstr>Sample target landscape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PRAEVA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Praeva — Introduction</dc:title>
  <dc:subject>PptxGenJS Presentation</dc:subject>
  <dc:creator>Praeva Partners</dc:creator>
  <cp:lastModifiedBy>Daria Koren</cp:lastModifiedBy>
  <cp:revision>1</cp:revision>
  <dcterms:created xsi:type="dcterms:W3CDTF">2026-06-05T10:17:48Z</dcterms:created>
  <dcterms:modified xsi:type="dcterms:W3CDTF">2026-08-13T05:41:20Z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0x0101001B8B7D95921B4B4AB835A96700C4101D</vt:lpwstr>
  </property>
  <property fmtid="{D5CDD505-2E9C-101B-9397-08002B2CF9AE}" pid="3" name="MediaServiceImageTags">
    <vt:lpwstr/>
  </property>
</Properties>
</file>